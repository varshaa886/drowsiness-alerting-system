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RoxboroughCF" charset="1" panose="00000500000000000000"/>
      <p:regular r:id="rId21"/>
    </p:embeddedFont>
    <p:embeddedFont>
      <p:font typeface="Times New Roman MT Italics" charset="1" panose="02030502070405090303"/>
      <p:regular r:id="rId22"/>
    </p:embeddedFont>
    <p:embeddedFont>
      <p:font typeface="Times New Roman MT" charset="1" panose="02030502070405020303"/>
      <p:regular r:id="rId23"/>
    </p:embeddedFont>
    <p:embeddedFont>
      <p:font typeface="Times New Roman MT Bold" charset="1" panose="02030802070405020303"/>
      <p:regular r:id="rId24"/>
    </p:embeddedFont>
    <p:embeddedFont>
      <p:font typeface="Muli" charset="1" panose="00000500000000000000"/>
      <p:regular r:id="rId25"/>
    </p:embeddedFont>
    <p:embeddedFont>
      <p:font typeface="Montserrat Bold" charset="1" panose="00000800000000000000"/>
      <p:regular r:id="rId26"/>
    </p:embeddedFont>
    <p:embeddedFont>
      <p:font typeface="Montserrat" charset="1" panose="00000500000000000000"/>
      <p:regular r:id="rId27"/>
    </p:embeddedFont>
    <p:embeddedFont>
      <p:font typeface="Poppins Bold" charset="1" panose="00000800000000000000"/>
      <p:regular r:id="rId28"/>
    </p:embeddedFont>
    <p:embeddedFont>
      <p:font typeface="Muli Bold" charset="1" panose="0000080000000000000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0.jpeg" Type="http://schemas.openxmlformats.org/officeDocument/2006/relationships/image"/><Relationship Id="rId4" Target="../media/image11.jpeg" Type="http://schemas.openxmlformats.org/officeDocument/2006/relationships/image"/><Relationship Id="rId5" Target="../media/image12.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3.jpeg" Type="http://schemas.openxmlformats.org/officeDocument/2006/relationships/image"/><Relationship Id="rId4" Target="../media/image14.jpeg" Type="http://schemas.openxmlformats.org/officeDocument/2006/relationships/image"/><Relationship Id="rId5" Target="../media/image10.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5.jpeg" Type="http://schemas.openxmlformats.org/officeDocument/2006/relationships/image"/><Relationship Id="rId4" Target="../media/image16.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 Id="rId3" Target="../media/image18.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jpeg" Type="http://schemas.openxmlformats.org/officeDocument/2006/relationships/image"/><Relationship Id="rId3" Target="../media/image20.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s>
</file>

<file path=ppt/slides/slide1.xml><?xml version="1.0" encoding="utf-8"?>
<p:sld xmlns:p="http://schemas.openxmlformats.org/presentationml/2006/main" xmlns:a="http://schemas.openxmlformats.org/drawingml/2006/main">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1238292" y="4745709"/>
            <a:ext cx="14099416" cy="1409941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6420234" y="-1717598"/>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747857" y="-643475"/>
            <a:ext cx="1286950" cy="128695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929195" y="8389571"/>
            <a:ext cx="3735531" cy="373553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1028700" y="1334422"/>
            <a:ext cx="15170423" cy="2720340"/>
            <a:chOff x="0" y="0"/>
            <a:chExt cx="20227230" cy="3627120"/>
          </a:xfrm>
        </p:grpSpPr>
        <p:sp>
          <p:nvSpPr>
            <p:cNvPr name="TextBox 15" id="15"/>
            <p:cNvSpPr txBox="true"/>
            <p:nvPr/>
          </p:nvSpPr>
          <p:spPr>
            <a:xfrm rot="0">
              <a:off x="0" y="476250"/>
              <a:ext cx="20227230" cy="3150870"/>
            </a:xfrm>
            <a:prstGeom prst="rect">
              <a:avLst/>
            </a:prstGeom>
          </p:spPr>
          <p:txBody>
            <a:bodyPr anchor="t" rtlCol="false" tIns="0" lIns="0" bIns="0" rIns="0">
              <a:spAutoFit/>
            </a:bodyPr>
            <a:lstStyle/>
            <a:p>
              <a:pPr algn="l">
                <a:lnSpc>
                  <a:spcPts val="9660"/>
                </a:lnSpc>
                <a:spcBef>
                  <a:spcPct val="0"/>
                </a:spcBef>
              </a:pPr>
              <a:r>
                <a:rPr lang="en-US" sz="6900">
                  <a:solidFill>
                    <a:srgbClr val="051D40"/>
                  </a:solidFill>
                  <a:latin typeface="RoxboroughCF"/>
                  <a:ea typeface="RoxboroughCF"/>
                  <a:cs typeface="RoxboroughCF"/>
                  <a:sym typeface="RoxboroughCF"/>
                </a:rPr>
                <a:t>Smart Camera System for Real-Time Driver Drowsiness Detection</a:t>
              </a:r>
            </a:p>
          </p:txBody>
        </p:sp>
        <p:sp>
          <p:nvSpPr>
            <p:cNvPr name="TextBox 16" id="16"/>
            <p:cNvSpPr txBox="true"/>
            <p:nvPr/>
          </p:nvSpPr>
          <p:spPr>
            <a:xfrm rot="0">
              <a:off x="0" y="-123825"/>
              <a:ext cx="10467896" cy="733425"/>
            </a:xfrm>
            <a:prstGeom prst="rect">
              <a:avLst/>
            </a:prstGeom>
          </p:spPr>
          <p:txBody>
            <a:bodyPr anchor="t" rtlCol="false" tIns="0" lIns="0" bIns="0" rIns="0">
              <a:spAutoFit/>
            </a:bodyPr>
            <a:lstStyle/>
            <a:p>
              <a:pPr algn="ctr">
                <a:lnSpc>
                  <a:spcPts val="4200"/>
                </a:lnSpc>
                <a:spcBef>
                  <a:spcPct val="0"/>
                </a:spcBef>
              </a:pPr>
              <a:r>
                <a:rPr lang="en-US" sz="3000" i="true">
                  <a:solidFill>
                    <a:srgbClr val="051D40"/>
                  </a:solidFill>
                  <a:latin typeface="Times New Roman MT Italics"/>
                  <a:ea typeface="Times New Roman MT Italics"/>
                  <a:cs typeface="Times New Roman MT Italics"/>
                  <a:sym typeface="Times New Roman MT Italics"/>
                </a:rPr>
                <a:t>ME 309:  Instrumentation and Controls Systems</a:t>
              </a:r>
            </a:p>
          </p:txBody>
        </p:sp>
      </p:grpSp>
      <p:grpSp>
        <p:nvGrpSpPr>
          <p:cNvPr name="Group 17" id="17"/>
          <p:cNvGrpSpPr/>
          <p:nvPr/>
        </p:nvGrpSpPr>
        <p:grpSpPr>
          <a:xfrm rot="0">
            <a:off x="473841" y="5652673"/>
            <a:ext cx="7715971" cy="3619500"/>
            <a:chOff x="0" y="0"/>
            <a:chExt cx="10287961" cy="4826000"/>
          </a:xfrm>
        </p:grpSpPr>
        <p:sp>
          <p:nvSpPr>
            <p:cNvPr name="TextBox 18" id="18"/>
            <p:cNvSpPr txBox="true"/>
            <p:nvPr/>
          </p:nvSpPr>
          <p:spPr>
            <a:xfrm rot="0">
              <a:off x="955813" y="844127"/>
              <a:ext cx="9332148" cy="3981873"/>
            </a:xfrm>
            <a:prstGeom prst="rect">
              <a:avLst/>
            </a:prstGeom>
          </p:spPr>
          <p:txBody>
            <a:bodyPr anchor="t" rtlCol="false" tIns="0" lIns="0" bIns="0" rIns="0">
              <a:spAutoFit/>
            </a:bodyPr>
            <a:lstStyle/>
            <a:p>
              <a:pPr algn="l">
                <a:lnSpc>
                  <a:spcPts val="3919"/>
                </a:lnSpc>
                <a:spcBef>
                  <a:spcPct val="0"/>
                </a:spcBef>
              </a:pPr>
              <a:r>
                <a:rPr lang="en-US" sz="2799" spc="-55">
                  <a:solidFill>
                    <a:srgbClr val="051D40"/>
                  </a:solidFill>
                  <a:latin typeface="Times New Roman MT"/>
                  <a:ea typeface="Times New Roman MT"/>
                  <a:cs typeface="Times New Roman MT"/>
                  <a:sym typeface="Times New Roman MT"/>
                </a:rPr>
                <a:t>Sidhwa Tanuj  Haresh      230003073</a:t>
              </a:r>
            </a:p>
            <a:p>
              <a:pPr algn="l">
                <a:lnSpc>
                  <a:spcPts val="3919"/>
                </a:lnSpc>
                <a:spcBef>
                  <a:spcPct val="0"/>
                </a:spcBef>
              </a:pPr>
              <a:r>
                <a:rPr lang="en-US" sz="2799" spc="-55">
                  <a:solidFill>
                    <a:srgbClr val="051D40"/>
                  </a:solidFill>
                  <a:latin typeface="Times New Roman MT"/>
                  <a:ea typeface="Times New Roman MT"/>
                  <a:cs typeface="Times New Roman MT"/>
                  <a:sym typeface="Times New Roman MT"/>
                </a:rPr>
                <a:t>Sri Varsha Dodda              230003074</a:t>
              </a:r>
            </a:p>
            <a:p>
              <a:pPr algn="l">
                <a:lnSpc>
                  <a:spcPts val="3919"/>
                </a:lnSpc>
                <a:spcBef>
                  <a:spcPct val="0"/>
                </a:spcBef>
              </a:pPr>
              <a:r>
                <a:rPr lang="en-US" sz="2799" spc="-55">
                  <a:solidFill>
                    <a:srgbClr val="051D40"/>
                  </a:solidFill>
                  <a:latin typeface="Times New Roman MT"/>
                  <a:ea typeface="Times New Roman MT"/>
                  <a:cs typeface="Times New Roman MT"/>
                  <a:sym typeface="Times New Roman MT"/>
                </a:rPr>
                <a:t>Jairaj Lad                            230003029</a:t>
              </a:r>
            </a:p>
            <a:p>
              <a:pPr algn="l">
                <a:lnSpc>
                  <a:spcPts val="3919"/>
                </a:lnSpc>
                <a:spcBef>
                  <a:spcPct val="0"/>
                </a:spcBef>
              </a:pPr>
              <a:r>
                <a:rPr lang="en-US" sz="2799" spc="-55">
                  <a:solidFill>
                    <a:srgbClr val="051D40"/>
                  </a:solidFill>
                  <a:latin typeface="Times New Roman MT"/>
                  <a:ea typeface="Times New Roman MT"/>
                  <a:cs typeface="Times New Roman MT"/>
                  <a:sym typeface="Times New Roman MT"/>
                </a:rPr>
                <a:t>Koyna Pandit                     230003034</a:t>
              </a:r>
            </a:p>
            <a:p>
              <a:pPr algn="l">
                <a:lnSpc>
                  <a:spcPts val="3919"/>
                </a:lnSpc>
                <a:spcBef>
                  <a:spcPct val="0"/>
                </a:spcBef>
              </a:pPr>
              <a:r>
                <a:rPr lang="en-US" sz="2799" spc="-55">
                  <a:solidFill>
                    <a:srgbClr val="051D40"/>
                  </a:solidFill>
                  <a:latin typeface="Times New Roman MT"/>
                  <a:ea typeface="Times New Roman MT"/>
                  <a:cs typeface="Times New Roman MT"/>
                  <a:sym typeface="Times New Roman MT"/>
                </a:rPr>
                <a:t>Dodiya Monik                   230003022 </a:t>
              </a:r>
            </a:p>
            <a:p>
              <a:pPr algn="l">
                <a:lnSpc>
                  <a:spcPts val="3919"/>
                </a:lnSpc>
                <a:spcBef>
                  <a:spcPct val="0"/>
                </a:spcBef>
              </a:pPr>
            </a:p>
          </p:txBody>
        </p:sp>
        <p:sp>
          <p:nvSpPr>
            <p:cNvPr name="TextBox 19" id="19"/>
            <p:cNvSpPr txBox="true"/>
            <p:nvPr/>
          </p:nvSpPr>
          <p:spPr>
            <a:xfrm rot="0">
              <a:off x="0" y="-171450"/>
              <a:ext cx="4162575" cy="1085850"/>
            </a:xfrm>
            <a:prstGeom prst="rect">
              <a:avLst/>
            </a:prstGeom>
          </p:spPr>
          <p:txBody>
            <a:bodyPr anchor="t" rtlCol="false" tIns="0" lIns="0" bIns="0" rIns="0">
              <a:spAutoFit/>
            </a:bodyPr>
            <a:lstStyle/>
            <a:p>
              <a:pPr algn="ctr">
                <a:lnSpc>
                  <a:spcPts val="6299"/>
                </a:lnSpc>
                <a:spcBef>
                  <a:spcPct val="0"/>
                </a:spcBef>
              </a:pPr>
              <a:r>
                <a:rPr lang="en-US" b="true" sz="4500">
                  <a:solidFill>
                    <a:srgbClr val="051D40"/>
                  </a:solidFill>
                  <a:latin typeface="Times New Roman MT Bold"/>
                  <a:ea typeface="Times New Roman MT Bold"/>
                  <a:cs typeface="Times New Roman MT Bold"/>
                  <a:sym typeface="Times New Roman MT Bold"/>
                </a:rPr>
                <a:t>Team 5</a:t>
              </a:r>
            </a:p>
          </p:txBody>
        </p:sp>
      </p:grpSp>
    </p:spTree>
  </p:cSld>
  <p:clrMapOvr>
    <a:masterClrMapping/>
  </p:clrMapOvr>
</p:sld>
</file>

<file path=ppt/slides/slide2.xml><?xml version="1.0" encoding="utf-8"?>
<p:sld xmlns:p="http://schemas.openxmlformats.org/presentationml/2006/main" xmlns:a="http://schemas.openxmlformats.org/drawingml/2006/main">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8217" y="9258300"/>
            <a:ext cx="18476217" cy="1028700"/>
            <a:chOff x="0" y="0"/>
            <a:chExt cx="4866164" cy="270933"/>
          </a:xfrm>
        </p:grpSpPr>
        <p:sp>
          <p:nvSpPr>
            <p:cNvPr name="Freeform 3" id="3"/>
            <p:cNvSpPr/>
            <p:nvPr/>
          </p:nvSpPr>
          <p:spPr>
            <a:xfrm flipH="false" flipV="false" rot="0">
              <a:off x="0" y="0"/>
              <a:ext cx="4866164" cy="270933"/>
            </a:xfrm>
            <a:custGeom>
              <a:avLst/>
              <a:gdLst/>
              <a:ahLst/>
              <a:cxnLst/>
              <a:rect r="r" b="b" t="t" l="l"/>
              <a:pathLst>
                <a:path h="270933" w="4866164">
                  <a:moveTo>
                    <a:pt x="0" y="0"/>
                  </a:moveTo>
                  <a:lnTo>
                    <a:pt x="4866164" y="0"/>
                  </a:lnTo>
                  <a:lnTo>
                    <a:pt x="4866164" y="270933"/>
                  </a:lnTo>
                  <a:lnTo>
                    <a:pt x="0" y="270933"/>
                  </a:lnTo>
                  <a:close/>
                </a:path>
              </a:pathLst>
            </a:custGeom>
            <a:solidFill>
              <a:srgbClr val="5B98BA"/>
            </a:solidFill>
            <a:ln cap="sq">
              <a:noFill/>
              <a:prstDash val="solid"/>
              <a:miter/>
            </a:ln>
          </p:spPr>
        </p:sp>
        <p:sp>
          <p:nvSpPr>
            <p:cNvPr name="TextBox 4" id="4"/>
            <p:cNvSpPr txBox="true"/>
            <p:nvPr/>
          </p:nvSpPr>
          <p:spPr>
            <a:xfrm>
              <a:off x="0" y="-38100"/>
              <a:ext cx="4866164" cy="30903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2384409" y="1518747"/>
            <a:ext cx="13519182" cy="8046098"/>
            <a:chOff x="0" y="0"/>
            <a:chExt cx="3560608" cy="2119137"/>
          </a:xfrm>
        </p:grpSpPr>
        <p:sp>
          <p:nvSpPr>
            <p:cNvPr name="Freeform 6" id="6"/>
            <p:cNvSpPr/>
            <p:nvPr/>
          </p:nvSpPr>
          <p:spPr>
            <a:xfrm flipH="false" flipV="false" rot="0">
              <a:off x="0" y="0"/>
              <a:ext cx="3560608" cy="2119137"/>
            </a:xfrm>
            <a:custGeom>
              <a:avLst/>
              <a:gdLst/>
              <a:ahLst/>
              <a:cxnLst/>
              <a:rect r="r" b="b" t="t" l="l"/>
              <a:pathLst>
                <a:path h="2119137" w="3560608">
                  <a:moveTo>
                    <a:pt x="0" y="0"/>
                  </a:moveTo>
                  <a:lnTo>
                    <a:pt x="3560608" y="0"/>
                  </a:lnTo>
                  <a:lnTo>
                    <a:pt x="3560608" y="2119137"/>
                  </a:lnTo>
                  <a:lnTo>
                    <a:pt x="0" y="2119137"/>
                  </a:lnTo>
                  <a:close/>
                </a:path>
              </a:pathLst>
            </a:custGeom>
            <a:solidFill>
              <a:srgbClr val="145DA0"/>
            </a:solidFill>
            <a:ln cap="sq">
              <a:noFill/>
              <a:prstDash val="solid"/>
              <a:miter/>
            </a:ln>
          </p:spPr>
        </p:sp>
        <p:sp>
          <p:nvSpPr>
            <p:cNvPr name="TextBox 7" id="7"/>
            <p:cNvSpPr txBox="true"/>
            <p:nvPr/>
          </p:nvSpPr>
          <p:spPr>
            <a:xfrm>
              <a:off x="0" y="-38100"/>
              <a:ext cx="3560608" cy="215723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8" id="8"/>
          <p:cNvSpPr txBox="true"/>
          <p:nvPr/>
        </p:nvSpPr>
        <p:spPr>
          <a:xfrm rot="0">
            <a:off x="3416855" y="2020404"/>
            <a:ext cx="10914286" cy="6347460"/>
          </a:xfrm>
          <a:prstGeom prst="rect">
            <a:avLst/>
          </a:prstGeom>
        </p:spPr>
        <p:txBody>
          <a:bodyPr anchor="t" rtlCol="false" tIns="0" lIns="0" bIns="0" rIns="0">
            <a:spAutoFit/>
          </a:bodyPr>
          <a:lstStyle/>
          <a:p>
            <a:pPr algn="ctr">
              <a:lnSpc>
                <a:spcPts val="5040"/>
              </a:lnSpc>
              <a:spcBef>
                <a:spcPct val="0"/>
              </a:spcBef>
            </a:pPr>
            <a:r>
              <a:rPr lang="en-US" sz="3600" spc="-72">
                <a:solidFill>
                  <a:srgbClr val="FDFDFD"/>
                </a:solidFill>
                <a:latin typeface="Muli"/>
                <a:ea typeface="Muli"/>
                <a:cs typeface="Muli"/>
                <a:sym typeface="Muli"/>
              </a:rPr>
              <a:t>D</a:t>
            </a:r>
            <a:r>
              <a:rPr lang="en-US" sz="3600" spc="-72">
                <a:solidFill>
                  <a:srgbClr val="FDFDFD"/>
                </a:solidFill>
                <a:latin typeface="Muli"/>
                <a:ea typeface="Muli"/>
                <a:cs typeface="Muli"/>
                <a:sym typeface="Muli"/>
              </a:rPr>
              <a:t>river fatigue and drowsiness are among the leading causes of road accidents worldwide. Despite existing solutions like seat vibration alerts or simple lane departure warnings, these systems often fail to take immediate corrective action when a driver is unresponsive. There is a need for a low-cost, vision-based system that can continuously monitor driver alertness and, upon detecting drowsiness or inattention, autonomously activate safety mechanisms to prevent accidents.</a:t>
            </a:r>
          </a:p>
        </p:txBody>
      </p:sp>
      <p:sp>
        <p:nvSpPr>
          <p:cNvPr name="TextBox 9" id="9"/>
          <p:cNvSpPr txBox="true"/>
          <p:nvPr/>
        </p:nvSpPr>
        <p:spPr>
          <a:xfrm rot="0">
            <a:off x="5783836" y="267270"/>
            <a:ext cx="5748323" cy="1003827"/>
          </a:xfrm>
          <a:prstGeom prst="rect">
            <a:avLst/>
          </a:prstGeom>
        </p:spPr>
        <p:txBody>
          <a:bodyPr anchor="t" rtlCol="false" tIns="0" lIns="0" bIns="0" rIns="0">
            <a:spAutoFit/>
          </a:bodyPr>
          <a:lstStyle/>
          <a:p>
            <a:pPr algn="ctr" marL="0" indent="0" lvl="0">
              <a:lnSpc>
                <a:spcPts val="8195"/>
              </a:lnSpc>
              <a:spcBef>
                <a:spcPct val="0"/>
              </a:spcBef>
            </a:pPr>
            <a:r>
              <a:rPr lang="en-US" b="true" sz="5854">
                <a:solidFill>
                  <a:srgbClr val="051D40"/>
                </a:solidFill>
                <a:latin typeface="Montserrat Bold"/>
                <a:ea typeface="Montserrat Bold"/>
                <a:cs typeface="Montserrat Bold"/>
                <a:sym typeface="Montserrat Bold"/>
              </a:rPr>
              <a:t>Introduction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2895412" y="-2346523"/>
            <a:ext cx="4693046" cy="469304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1022607" y="-3450152"/>
            <a:ext cx="7019697" cy="15092331"/>
            <a:chOff x="0" y="0"/>
            <a:chExt cx="660400" cy="1419858"/>
          </a:xfrm>
        </p:grpSpPr>
        <p:sp>
          <p:nvSpPr>
            <p:cNvPr name="Freeform 6" id="6"/>
            <p:cNvSpPr/>
            <p:nvPr/>
          </p:nvSpPr>
          <p:spPr>
            <a:xfrm flipH="false" flipV="false" rot="0">
              <a:off x="0" y="0"/>
              <a:ext cx="660400" cy="1419858"/>
            </a:xfrm>
            <a:custGeom>
              <a:avLst/>
              <a:gdLst/>
              <a:ahLst/>
              <a:cxnLst/>
              <a:rect r="r" b="b" t="t" l="l"/>
              <a:pathLst>
                <a:path h="1419858"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41987"/>
                  </a:cubicBezTo>
                  <a:lnTo>
                    <a:pt x="660400" y="1419858"/>
                  </a:lnTo>
                  <a:lnTo>
                    <a:pt x="0" y="1419858"/>
                  </a:lnTo>
                  <a:lnTo>
                    <a:pt x="0" y="342786"/>
                  </a:lnTo>
                  <a:cubicBezTo>
                    <a:pt x="1782" y="185660"/>
                    <a:pt x="93019" y="64045"/>
                    <a:pt x="220252" y="19070"/>
                  </a:cubicBezTo>
                  <a:close/>
                </a:path>
              </a:pathLst>
            </a:custGeom>
            <a:solidFill>
              <a:srgbClr val="145DA0"/>
            </a:solidFill>
          </p:spPr>
        </p:sp>
        <p:sp>
          <p:nvSpPr>
            <p:cNvPr name="TextBox 7" id="7"/>
            <p:cNvSpPr txBox="true"/>
            <p:nvPr/>
          </p:nvSpPr>
          <p:spPr>
            <a:xfrm>
              <a:off x="0" y="88900"/>
              <a:ext cx="660400" cy="133095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1465939" y="1028700"/>
            <a:ext cx="6133033" cy="4363602"/>
            <a:chOff x="0" y="0"/>
            <a:chExt cx="812800" cy="578300"/>
          </a:xfrm>
        </p:grpSpPr>
        <p:sp>
          <p:nvSpPr>
            <p:cNvPr name="Freeform 9" id="9"/>
            <p:cNvSpPr/>
            <p:nvPr/>
          </p:nvSpPr>
          <p:spPr>
            <a:xfrm flipH="false" flipV="false" rot="0">
              <a:off x="0" y="0"/>
              <a:ext cx="812800" cy="578300"/>
            </a:xfrm>
            <a:custGeom>
              <a:avLst/>
              <a:gdLst/>
              <a:ahLst/>
              <a:cxnLst/>
              <a:rect r="r" b="b" t="t" l="l"/>
              <a:pathLst>
                <a:path h="578300" w="812800">
                  <a:moveTo>
                    <a:pt x="73215" y="0"/>
                  </a:moveTo>
                  <a:lnTo>
                    <a:pt x="739585" y="0"/>
                  </a:lnTo>
                  <a:cubicBezTo>
                    <a:pt x="780020" y="0"/>
                    <a:pt x="812800" y="32780"/>
                    <a:pt x="812800" y="73215"/>
                  </a:cubicBezTo>
                  <a:lnTo>
                    <a:pt x="812800" y="505085"/>
                  </a:lnTo>
                  <a:cubicBezTo>
                    <a:pt x="812800" y="545521"/>
                    <a:pt x="780020" y="578300"/>
                    <a:pt x="739585" y="578300"/>
                  </a:cubicBezTo>
                  <a:lnTo>
                    <a:pt x="73215" y="578300"/>
                  </a:lnTo>
                  <a:cubicBezTo>
                    <a:pt x="32780" y="578300"/>
                    <a:pt x="0" y="545521"/>
                    <a:pt x="0" y="505085"/>
                  </a:cubicBezTo>
                  <a:lnTo>
                    <a:pt x="0" y="73215"/>
                  </a:lnTo>
                  <a:cubicBezTo>
                    <a:pt x="0" y="32780"/>
                    <a:pt x="32780" y="0"/>
                    <a:pt x="73215" y="0"/>
                  </a:cubicBezTo>
                  <a:close/>
                </a:path>
              </a:pathLst>
            </a:custGeom>
            <a:blipFill>
              <a:blip r:embed="rId2"/>
              <a:stretch>
                <a:fillRect l="-820" t="0" r="-820" b="0"/>
              </a:stretch>
            </a:blipFill>
          </p:spPr>
        </p:sp>
      </p:grpSp>
      <p:sp>
        <p:nvSpPr>
          <p:cNvPr name="TextBox 10" id="10"/>
          <p:cNvSpPr txBox="true"/>
          <p:nvPr/>
        </p:nvSpPr>
        <p:spPr>
          <a:xfrm rot="0">
            <a:off x="1160218" y="1950661"/>
            <a:ext cx="9369261" cy="7893050"/>
          </a:xfrm>
          <a:prstGeom prst="rect">
            <a:avLst/>
          </a:prstGeom>
        </p:spPr>
        <p:txBody>
          <a:bodyPr anchor="t" rtlCol="false" tIns="0" lIns="0" bIns="0" rIns="0">
            <a:spAutoFit/>
          </a:bodyPr>
          <a:lstStyle/>
          <a:p>
            <a:pPr algn="l" marL="647700" indent="-323850" lvl="1">
              <a:lnSpc>
                <a:spcPts val="4200"/>
              </a:lnSpc>
              <a:buFont typeface="Arial"/>
              <a:buChar char="•"/>
            </a:pPr>
            <a:r>
              <a:rPr lang="en-US" sz="3000" spc="-60">
                <a:solidFill>
                  <a:srgbClr val="051D40"/>
                </a:solidFill>
                <a:latin typeface="Muli"/>
                <a:ea typeface="Muli"/>
                <a:cs typeface="Muli"/>
                <a:sym typeface="Muli"/>
              </a:rPr>
              <a:t>D</a:t>
            </a:r>
            <a:r>
              <a:rPr lang="en-US" sz="3000" spc="-60" strike="noStrike" u="none">
                <a:solidFill>
                  <a:srgbClr val="051D40"/>
                </a:solidFill>
                <a:latin typeface="Muli"/>
                <a:ea typeface="Muli"/>
                <a:cs typeface="Muli"/>
                <a:sym typeface="Muli"/>
              </a:rPr>
              <a:t>rowsy driving factor: Drowsy driving causes over 20% of global road accidents, especially during night and long trips, stressing the need for better detection systems.</a:t>
            </a:r>
          </a:p>
          <a:p>
            <a:pPr algn="l">
              <a:lnSpc>
                <a:spcPts val="4200"/>
              </a:lnSpc>
            </a:pPr>
          </a:p>
          <a:p>
            <a:pPr algn="l" marL="647700" indent="-323850" lvl="1">
              <a:lnSpc>
                <a:spcPts val="4200"/>
              </a:lnSpc>
              <a:buFont typeface="Arial"/>
              <a:buChar char="•"/>
            </a:pPr>
            <a:r>
              <a:rPr lang="en-US" sz="3000" spc="-60" strike="noStrike" u="none">
                <a:solidFill>
                  <a:srgbClr val="051D40"/>
                </a:solidFill>
                <a:latin typeface="Muli"/>
                <a:ea typeface="Muli"/>
                <a:cs typeface="Muli"/>
                <a:sym typeface="Muli"/>
              </a:rPr>
              <a:t>Fatalities and injuries:</a:t>
            </a:r>
            <a:r>
              <a:rPr lang="en-US" sz="3000" spc="-60" strike="noStrike" u="none">
                <a:solidFill>
                  <a:srgbClr val="051D40"/>
                </a:solidFill>
                <a:latin typeface="Muli"/>
                <a:ea typeface="Muli"/>
                <a:cs typeface="Muli"/>
                <a:sym typeface="Muli"/>
              </a:rPr>
              <a:t> </a:t>
            </a:r>
            <a:r>
              <a:rPr lang="en-US" sz="3000" spc="-60" strike="noStrike" u="none">
                <a:solidFill>
                  <a:srgbClr val="051D40"/>
                </a:solidFill>
                <a:latin typeface="Muli"/>
                <a:ea typeface="Muli"/>
                <a:cs typeface="Muli"/>
                <a:sym typeface="Muli"/>
              </a:rPr>
              <a:t>Fatigue-</a:t>
            </a:r>
            <a:r>
              <a:rPr lang="en-US" sz="3000" spc="-60" strike="noStrike" u="none">
                <a:solidFill>
                  <a:srgbClr val="051D40"/>
                </a:solidFill>
                <a:latin typeface="Muli"/>
                <a:ea typeface="Muli"/>
                <a:cs typeface="Muli"/>
                <a:sym typeface="Muli"/>
              </a:rPr>
              <a:t>relat</a:t>
            </a:r>
            <a:r>
              <a:rPr lang="en-US" sz="3000" spc="-60" strike="noStrike" u="none">
                <a:solidFill>
                  <a:srgbClr val="051D40"/>
                </a:solidFill>
                <a:latin typeface="Muli"/>
                <a:ea typeface="Muli"/>
                <a:cs typeface="Muli"/>
                <a:sym typeface="Muli"/>
              </a:rPr>
              <a:t>ed inattention account</a:t>
            </a:r>
            <a:r>
              <a:rPr lang="en-US" sz="3000" spc="-60" strike="noStrike" u="none">
                <a:solidFill>
                  <a:srgbClr val="051D40"/>
                </a:solidFill>
                <a:latin typeface="Muli"/>
                <a:ea typeface="Muli"/>
                <a:cs typeface="Muli"/>
                <a:sym typeface="Muli"/>
              </a:rPr>
              <a:t>s</a:t>
            </a:r>
            <a:r>
              <a:rPr lang="en-US" sz="3000" spc="-60" strike="noStrike" u="none">
                <a:solidFill>
                  <a:srgbClr val="051D40"/>
                </a:solidFill>
                <a:latin typeface="Muli"/>
                <a:ea typeface="Muli"/>
                <a:cs typeface="Muli"/>
                <a:sym typeface="Muli"/>
              </a:rPr>
              <a:t> for about 20% of </a:t>
            </a:r>
            <a:r>
              <a:rPr lang="en-US" sz="3000" spc="-60" strike="noStrike" u="none">
                <a:solidFill>
                  <a:srgbClr val="051D40"/>
                </a:solidFill>
                <a:latin typeface="Muli"/>
                <a:ea typeface="Muli"/>
                <a:cs typeface="Muli"/>
                <a:sym typeface="Muli"/>
              </a:rPr>
              <a:t>annual road </a:t>
            </a:r>
            <a:r>
              <a:rPr lang="en-US" sz="3000" spc="-60" strike="noStrike" u="none">
                <a:solidFill>
                  <a:srgbClr val="051D40"/>
                </a:solidFill>
                <a:latin typeface="Muli"/>
                <a:ea typeface="Muli"/>
                <a:cs typeface="Muli"/>
                <a:sym typeface="Muli"/>
              </a:rPr>
              <a:t>fatalities and serious injuries</a:t>
            </a:r>
            <a:r>
              <a:rPr lang="en-US" sz="3000" spc="-60" strike="noStrike" u="none">
                <a:solidFill>
                  <a:srgbClr val="051D40"/>
                </a:solidFill>
                <a:latin typeface="Muli"/>
                <a:ea typeface="Muli"/>
                <a:cs typeface="Muli"/>
                <a:sym typeface="Muli"/>
              </a:rPr>
              <a:t>,</a:t>
            </a:r>
            <a:r>
              <a:rPr lang="en-US" sz="3000" spc="-60" strike="noStrike" u="none">
                <a:solidFill>
                  <a:srgbClr val="051D40"/>
                </a:solidFill>
                <a:latin typeface="Muli"/>
                <a:ea typeface="Muli"/>
                <a:cs typeface="Muli"/>
                <a:sym typeface="Muli"/>
              </a:rPr>
              <a:t> </a:t>
            </a:r>
            <a:r>
              <a:rPr lang="en-US" sz="3000" spc="-60" strike="noStrike" u="none">
                <a:solidFill>
                  <a:srgbClr val="051D40"/>
                </a:solidFill>
                <a:latin typeface="Muli"/>
                <a:ea typeface="Muli"/>
                <a:cs typeface="Muli"/>
                <a:sym typeface="Muli"/>
              </a:rPr>
              <a:t>u</a:t>
            </a:r>
            <a:r>
              <a:rPr lang="en-US" sz="3000" spc="-60" strike="noStrike" u="none">
                <a:solidFill>
                  <a:srgbClr val="051D40"/>
                </a:solidFill>
                <a:latin typeface="Muli"/>
                <a:ea typeface="Muli"/>
                <a:cs typeface="Muli"/>
                <a:sym typeface="Muli"/>
              </a:rPr>
              <a:t>n</a:t>
            </a:r>
            <a:r>
              <a:rPr lang="en-US" sz="3000" spc="-60" strike="noStrike" u="none">
                <a:solidFill>
                  <a:srgbClr val="051D40"/>
                </a:solidFill>
                <a:latin typeface="Muli"/>
                <a:ea typeface="Muli"/>
                <a:cs typeface="Muli"/>
                <a:sym typeface="Muli"/>
              </a:rPr>
              <a:t>derscor</a:t>
            </a:r>
            <a:r>
              <a:rPr lang="en-US" sz="3000" spc="-60" strike="noStrike" u="none">
                <a:solidFill>
                  <a:srgbClr val="051D40"/>
                </a:solidFill>
                <a:latin typeface="Muli"/>
                <a:ea typeface="Muli"/>
                <a:cs typeface="Muli"/>
                <a:sym typeface="Muli"/>
              </a:rPr>
              <a:t>ing the i</a:t>
            </a:r>
            <a:r>
              <a:rPr lang="en-US" sz="3000" spc="-60" strike="noStrike" u="none">
                <a:solidFill>
                  <a:srgbClr val="051D40"/>
                </a:solidFill>
                <a:latin typeface="Muli"/>
                <a:ea typeface="Muli"/>
                <a:cs typeface="Muli"/>
                <a:sym typeface="Muli"/>
              </a:rPr>
              <a:t>mpor</a:t>
            </a:r>
            <a:r>
              <a:rPr lang="en-US" sz="3000" spc="-60" strike="noStrike" u="none">
                <a:solidFill>
                  <a:srgbClr val="051D40"/>
                </a:solidFill>
                <a:latin typeface="Muli"/>
                <a:ea typeface="Muli"/>
                <a:cs typeface="Muli"/>
                <a:sym typeface="Muli"/>
              </a:rPr>
              <a:t>tan</a:t>
            </a:r>
            <a:r>
              <a:rPr lang="en-US" sz="3000" spc="-60" strike="noStrike" u="none">
                <a:solidFill>
                  <a:srgbClr val="051D40"/>
                </a:solidFill>
                <a:latin typeface="Muli"/>
                <a:ea typeface="Muli"/>
                <a:cs typeface="Muli"/>
                <a:sym typeface="Muli"/>
              </a:rPr>
              <a:t>c</a:t>
            </a:r>
            <a:r>
              <a:rPr lang="en-US" sz="3000" spc="-60" strike="noStrike" u="none">
                <a:solidFill>
                  <a:srgbClr val="051D40"/>
                </a:solidFill>
                <a:latin typeface="Muli"/>
                <a:ea typeface="Muli"/>
                <a:cs typeface="Muli"/>
                <a:sym typeface="Muli"/>
              </a:rPr>
              <a:t>e of detection systems.</a:t>
            </a:r>
          </a:p>
          <a:p>
            <a:pPr algn="l">
              <a:lnSpc>
                <a:spcPts val="4200"/>
              </a:lnSpc>
            </a:pPr>
          </a:p>
          <a:p>
            <a:pPr algn="l" marL="647700" indent="-323850" lvl="1">
              <a:lnSpc>
                <a:spcPts val="4200"/>
              </a:lnSpc>
              <a:buFont typeface="Arial"/>
              <a:buChar char="•"/>
            </a:pPr>
            <a:r>
              <a:rPr lang="en-US" sz="3000" spc="-60" strike="noStrike" u="none">
                <a:solidFill>
                  <a:srgbClr val="051D40"/>
                </a:solidFill>
                <a:latin typeface="Muli"/>
                <a:ea typeface="Muli"/>
                <a:cs typeface="Muli"/>
                <a:sym typeface="Muli"/>
              </a:rPr>
              <a:t>Economic and social impact: Fatigue-related crashes cost billions in medical care, productivity loss, and insurance, while inflicting severe social and emotional burdens on families</a:t>
            </a:r>
          </a:p>
          <a:p>
            <a:pPr algn="l">
              <a:lnSpc>
                <a:spcPts val="3499"/>
              </a:lnSpc>
            </a:pPr>
          </a:p>
        </p:txBody>
      </p:sp>
      <p:sp>
        <p:nvSpPr>
          <p:cNvPr name="TextBox 11" id="11"/>
          <p:cNvSpPr txBox="true"/>
          <p:nvPr/>
        </p:nvSpPr>
        <p:spPr>
          <a:xfrm rot="0">
            <a:off x="1782466" y="547052"/>
            <a:ext cx="8124767" cy="877570"/>
          </a:xfrm>
          <a:prstGeom prst="rect">
            <a:avLst/>
          </a:prstGeom>
        </p:spPr>
        <p:txBody>
          <a:bodyPr anchor="t" rtlCol="false" tIns="0" lIns="0" bIns="0" rIns="0">
            <a:spAutoFit/>
          </a:bodyPr>
          <a:lstStyle/>
          <a:p>
            <a:pPr algn="l">
              <a:lnSpc>
                <a:spcPts val="7279"/>
              </a:lnSpc>
              <a:spcBef>
                <a:spcPct val="0"/>
              </a:spcBef>
            </a:pPr>
            <a:r>
              <a:rPr lang="en-US" sz="5199">
                <a:solidFill>
                  <a:srgbClr val="051D40"/>
                </a:solidFill>
                <a:latin typeface="Montserrat"/>
                <a:ea typeface="Montserrat"/>
                <a:cs typeface="Montserrat"/>
                <a:sym typeface="Montserrat"/>
              </a:rPr>
              <a:t>Real World Perspective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TextBox 2" id="2"/>
          <p:cNvSpPr txBox="true"/>
          <p:nvPr/>
        </p:nvSpPr>
        <p:spPr>
          <a:xfrm rot="0">
            <a:off x="1221496" y="131636"/>
            <a:ext cx="7922504" cy="1120775"/>
          </a:xfrm>
          <a:prstGeom prst="rect">
            <a:avLst/>
          </a:prstGeom>
        </p:spPr>
        <p:txBody>
          <a:bodyPr anchor="t" rtlCol="false" tIns="0" lIns="0" bIns="0" rIns="0">
            <a:spAutoFit/>
          </a:bodyPr>
          <a:lstStyle/>
          <a:p>
            <a:pPr algn="l" marL="0" indent="0" lvl="0">
              <a:lnSpc>
                <a:spcPts val="9100"/>
              </a:lnSpc>
              <a:spcBef>
                <a:spcPct val="0"/>
              </a:spcBef>
            </a:pPr>
            <a:r>
              <a:rPr lang="en-US" b="true" sz="6500">
                <a:solidFill>
                  <a:srgbClr val="051D40"/>
                </a:solidFill>
                <a:latin typeface="Montserrat Bold"/>
                <a:ea typeface="Montserrat Bold"/>
                <a:cs typeface="Montserrat Bold"/>
                <a:sym typeface="Montserrat Bold"/>
              </a:rPr>
              <a:t>O</a:t>
            </a:r>
            <a:r>
              <a:rPr lang="en-US" b="true" sz="6500" strike="noStrike" u="none">
                <a:solidFill>
                  <a:srgbClr val="051D40"/>
                </a:solidFill>
                <a:latin typeface="Montserrat Bold"/>
                <a:ea typeface="Montserrat Bold"/>
                <a:cs typeface="Montserrat Bold"/>
                <a:sym typeface="Montserrat Bold"/>
              </a:rPr>
              <a:t>bjectives</a:t>
            </a:r>
          </a:p>
        </p:txBody>
      </p:sp>
      <p:grpSp>
        <p:nvGrpSpPr>
          <p:cNvPr name="Group 3" id="3"/>
          <p:cNvGrpSpPr/>
          <p:nvPr/>
        </p:nvGrpSpPr>
        <p:grpSpPr>
          <a:xfrm rot="0">
            <a:off x="-1595820" y="-1782102"/>
            <a:ext cx="3564204" cy="356420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051D40">
                  <a:alpha val="15686"/>
                </a:srgbClr>
              </a:soli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4700679" y="7074186"/>
            <a:ext cx="5946973" cy="594697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028700" y="7555372"/>
            <a:ext cx="16230600" cy="1012594"/>
          </a:xfrm>
          <a:custGeom>
            <a:avLst/>
            <a:gdLst/>
            <a:ahLst/>
            <a:cxnLst/>
            <a:rect r="r" b="b" t="t" l="l"/>
            <a:pathLst>
              <a:path h="1012594" w="16230600">
                <a:moveTo>
                  <a:pt x="0" y="0"/>
                </a:moveTo>
                <a:lnTo>
                  <a:pt x="16230600" y="0"/>
                </a:lnTo>
                <a:lnTo>
                  <a:pt x="16230600" y="1012593"/>
                </a:lnTo>
                <a:lnTo>
                  <a:pt x="0" y="1012593"/>
                </a:lnTo>
                <a:lnTo>
                  <a:pt x="0" y="0"/>
                </a:lnTo>
                <a:close/>
              </a:path>
            </a:pathLst>
          </a:custGeom>
          <a:blipFill>
            <a:blip r:embed="rId2"/>
            <a:stretch>
              <a:fillRect l="0" t="-216567" r="0" b="0"/>
            </a:stretch>
          </a:blipFill>
        </p:spPr>
      </p:sp>
      <p:grpSp>
        <p:nvGrpSpPr>
          <p:cNvPr name="Group 10" id="10"/>
          <p:cNvGrpSpPr/>
          <p:nvPr/>
        </p:nvGrpSpPr>
        <p:grpSpPr>
          <a:xfrm rot="0">
            <a:off x="538592" y="3049705"/>
            <a:ext cx="16928078" cy="4187591"/>
            <a:chOff x="0" y="0"/>
            <a:chExt cx="2999100" cy="741904"/>
          </a:xfrm>
        </p:grpSpPr>
        <p:sp>
          <p:nvSpPr>
            <p:cNvPr name="Freeform 11" id="11"/>
            <p:cNvSpPr/>
            <p:nvPr/>
          </p:nvSpPr>
          <p:spPr>
            <a:xfrm flipH="false" flipV="false" rot="0">
              <a:off x="0" y="0"/>
              <a:ext cx="2999100" cy="741904"/>
            </a:xfrm>
            <a:custGeom>
              <a:avLst/>
              <a:gdLst/>
              <a:ahLst/>
              <a:cxnLst/>
              <a:rect r="r" b="b" t="t" l="l"/>
              <a:pathLst>
                <a:path h="741904" w="2999100">
                  <a:moveTo>
                    <a:pt x="6403" y="0"/>
                  </a:moveTo>
                  <a:lnTo>
                    <a:pt x="2992697" y="0"/>
                  </a:lnTo>
                  <a:cubicBezTo>
                    <a:pt x="2996233" y="0"/>
                    <a:pt x="2999100" y="2867"/>
                    <a:pt x="2999100" y="6403"/>
                  </a:cubicBezTo>
                  <a:lnTo>
                    <a:pt x="2999100" y="735501"/>
                  </a:lnTo>
                  <a:cubicBezTo>
                    <a:pt x="2999100" y="739037"/>
                    <a:pt x="2996233" y="741904"/>
                    <a:pt x="2992697" y="741904"/>
                  </a:cubicBezTo>
                  <a:lnTo>
                    <a:pt x="6403" y="741904"/>
                  </a:lnTo>
                  <a:cubicBezTo>
                    <a:pt x="2867" y="741904"/>
                    <a:pt x="0" y="739037"/>
                    <a:pt x="0" y="735501"/>
                  </a:cubicBezTo>
                  <a:lnTo>
                    <a:pt x="0" y="6403"/>
                  </a:lnTo>
                  <a:cubicBezTo>
                    <a:pt x="0" y="2867"/>
                    <a:pt x="2867" y="0"/>
                    <a:pt x="6403" y="0"/>
                  </a:cubicBezTo>
                  <a:close/>
                </a:path>
              </a:pathLst>
            </a:custGeom>
            <a:solidFill>
              <a:srgbClr val="00569E"/>
            </a:solidFill>
          </p:spPr>
        </p:sp>
        <p:sp>
          <p:nvSpPr>
            <p:cNvPr name="TextBox 12" id="12"/>
            <p:cNvSpPr txBox="true"/>
            <p:nvPr/>
          </p:nvSpPr>
          <p:spPr>
            <a:xfrm>
              <a:off x="0" y="-38100"/>
              <a:ext cx="2999100" cy="780004"/>
            </a:xfrm>
            <a:prstGeom prst="rect">
              <a:avLst/>
            </a:prstGeom>
          </p:spPr>
          <p:txBody>
            <a:bodyPr anchor="ctr" rtlCol="false" tIns="75519" lIns="75519" bIns="75519" rIns="75519"/>
            <a:lstStyle/>
            <a:p>
              <a:pPr algn="ctr">
                <a:lnSpc>
                  <a:spcPts val="2660"/>
                </a:lnSpc>
              </a:pPr>
            </a:p>
          </p:txBody>
        </p:sp>
      </p:grpSp>
      <p:grpSp>
        <p:nvGrpSpPr>
          <p:cNvPr name="Group 13" id="13"/>
          <p:cNvGrpSpPr/>
          <p:nvPr/>
        </p:nvGrpSpPr>
        <p:grpSpPr>
          <a:xfrm rot="0">
            <a:off x="1640982" y="2348646"/>
            <a:ext cx="4121072" cy="1019135"/>
            <a:chOff x="0" y="0"/>
            <a:chExt cx="1013291" cy="250585"/>
          </a:xfrm>
        </p:grpSpPr>
        <p:sp>
          <p:nvSpPr>
            <p:cNvPr name="Freeform 14" id="14"/>
            <p:cNvSpPr/>
            <p:nvPr/>
          </p:nvSpPr>
          <p:spPr>
            <a:xfrm flipH="false" flipV="false" rot="0">
              <a:off x="0" y="0"/>
              <a:ext cx="1013291" cy="250585"/>
            </a:xfrm>
            <a:custGeom>
              <a:avLst/>
              <a:gdLst/>
              <a:ahLst/>
              <a:cxnLst/>
              <a:rect r="r" b="b" t="t" l="l"/>
              <a:pathLst>
                <a:path h="250585" w="1013291">
                  <a:moveTo>
                    <a:pt x="86416" y="0"/>
                  </a:moveTo>
                  <a:lnTo>
                    <a:pt x="926875" y="0"/>
                  </a:lnTo>
                  <a:cubicBezTo>
                    <a:pt x="949794" y="0"/>
                    <a:pt x="971774" y="9105"/>
                    <a:pt x="987980" y="25311"/>
                  </a:cubicBezTo>
                  <a:cubicBezTo>
                    <a:pt x="1004187" y="41517"/>
                    <a:pt x="1013291" y="63497"/>
                    <a:pt x="1013291" y="86416"/>
                  </a:cubicBezTo>
                  <a:lnTo>
                    <a:pt x="1013291" y="164169"/>
                  </a:lnTo>
                  <a:cubicBezTo>
                    <a:pt x="1013291" y="187088"/>
                    <a:pt x="1004187" y="209068"/>
                    <a:pt x="987980" y="225275"/>
                  </a:cubicBezTo>
                  <a:cubicBezTo>
                    <a:pt x="971774" y="241481"/>
                    <a:pt x="949794" y="250585"/>
                    <a:pt x="926875" y="250585"/>
                  </a:cubicBezTo>
                  <a:lnTo>
                    <a:pt x="86416" y="250585"/>
                  </a:lnTo>
                  <a:cubicBezTo>
                    <a:pt x="38690" y="250585"/>
                    <a:pt x="0" y="211895"/>
                    <a:pt x="0" y="164169"/>
                  </a:cubicBezTo>
                  <a:lnTo>
                    <a:pt x="0" y="86416"/>
                  </a:lnTo>
                  <a:cubicBezTo>
                    <a:pt x="0" y="63497"/>
                    <a:pt x="9105" y="41517"/>
                    <a:pt x="25311" y="25311"/>
                  </a:cubicBezTo>
                  <a:cubicBezTo>
                    <a:pt x="41517" y="9105"/>
                    <a:pt x="63497" y="0"/>
                    <a:pt x="86416" y="0"/>
                  </a:cubicBezTo>
                  <a:close/>
                </a:path>
              </a:pathLst>
            </a:custGeom>
            <a:gradFill rotWithShape="true">
              <a:gsLst>
                <a:gs pos="0">
                  <a:srgbClr val="00569E">
                    <a:alpha val="100000"/>
                  </a:srgbClr>
                </a:gs>
                <a:gs pos="100000">
                  <a:srgbClr val="014074">
                    <a:alpha val="100000"/>
                  </a:srgbClr>
                </a:gs>
              </a:gsLst>
              <a:path path="circle">
                <a:fillToRect l="0" r="100000" t="0" b="100000"/>
              </a:path>
              <a:tileRect r="0" l="-100000" b="0" t="-100000"/>
            </a:gradFill>
            <a:ln cap="rnd">
              <a:noFill/>
              <a:prstDash val="solid"/>
              <a:round/>
            </a:ln>
          </p:spPr>
        </p:sp>
        <p:sp>
          <p:nvSpPr>
            <p:cNvPr name="TextBox 15" id="15"/>
            <p:cNvSpPr txBox="true"/>
            <p:nvPr/>
          </p:nvSpPr>
          <p:spPr>
            <a:xfrm>
              <a:off x="0" y="-85725"/>
              <a:ext cx="1013291" cy="336310"/>
            </a:xfrm>
            <a:prstGeom prst="rect">
              <a:avLst/>
            </a:prstGeom>
          </p:spPr>
          <p:txBody>
            <a:bodyPr anchor="ctr" rtlCol="false" tIns="0" lIns="0" bIns="0" rIns="0"/>
            <a:lstStyle/>
            <a:p>
              <a:pPr algn="ctr" marL="0" indent="0" lvl="0">
                <a:lnSpc>
                  <a:spcPts val="4200"/>
                </a:lnSpc>
                <a:spcBef>
                  <a:spcPct val="0"/>
                </a:spcBef>
              </a:pPr>
              <a:r>
                <a:rPr lang="en-US" b="true" sz="3000">
                  <a:solidFill>
                    <a:srgbClr val="FFFFFF"/>
                  </a:solidFill>
                  <a:latin typeface="Poppins Bold"/>
                  <a:ea typeface="Poppins Bold"/>
                  <a:cs typeface="Poppins Bold"/>
                  <a:sym typeface="Poppins Bold"/>
                </a:rPr>
                <a:t>Objective</a:t>
              </a:r>
              <a:r>
                <a:rPr lang="en-US" b="true" sz="3000" strike="noStrike">
                  <a:solidFill>
                    <a:srgbClr val="FFFFFF"/>
                  </a:solidFill>
                  <a:latin typeface="Poppins Bold"/>
                  <a:ea typeface="Poppins Bold"/>
                  <a:cs typeface="Poppins Bold"/>
                  <a:sym typeface="Poppins Bold"/>
                </a:rPr>
                <a:t> </a:t>
              </a:r>
              <a:r>
                <a:rPr lang="en-US" b="true" sz="3000" strike="noStrike" u="none">
                  <a:solidFill>
                    <a:srgbClr val="FFFFFF"/>
                  </a:solidFill>
                  <a:latin typeface="Poppins Bold"/>
                  <a:ea typeface="Poppins Bold"/>
                  <a:cs typeface="Poppins Bold"/>
                  <a:sym typeface="Poppins Bold"/>
                </a:rPr>
                <a:t>01</a:t>
              </a:r>
            </a:p>
          </p:txBody>
        </p:sp>
      </p:grpSp>
      <p:grpSp>
        <p:nvGrpSpPr>
          <p:cNvPr name="Group 16" id="16"/>
          <p:cNvGrpSpPr/>
          <p:nvPr/>
        </p:nvGrpSpPr>
        <p:grpSpPr>
          <a:xfrm rot="0">
            <a:off x="6942095" y="2348646"/>
            <a:ext cx="4121072" cy="1019135"/>
            <a:chOff x="0" y="0"/>
            <a:chExt cx="1013291" cy="250585"/>
          </a:xfrm>
        </p:grpSpPr>
        <p:sp>
          <p:nvSpPr>
            <p:cNvPr name="Freeform 17" id="17"/>
            <p:cNvSpPr/>
            <p:nvPr/>
          </p:nvSpPr>
          <p:spPr>
            <a:xfrm flipH="false" flipV="false" rot="0">
              <a:off x="0" y="0"/>
              <a:ext cx="1013291" cy="250585"/>
            </a:xfrm>
            <a:custGeom>
              <a:avLst/>
              <a:gdLst/>
              <a:ahLst/>
              <a:cxnLst/>
              <a:rect r="r" b="b" t="t" l="l"/>
              <a:pathLst>
                <a:path h="250585" w="1013291">
                  <a:moveTo>
                    <a:pt x="86416" y="0"/>
                  </a:moveTo>
                  <a:lnTo>
                    <a:pt x="926875" y="0"/>
                  </a:lnTo>
                  <a:cubicBezTo>
                    <a:pt x="949794" y="0"/>
                    <a:pt x="971774" y="9105"/>
                    <a:pt x="987980" y="25311"/>
                  </a:cubicBezTo>
                  <a:cubicBezTo>
                    <a:pt x="1004187" y="41517"/>
                    <a:pt x="1013291" y="63497"/>
                    <a:pt x="1013291" y="86416"/>
                  </a:cubicBezTo>
                  <a:lnTo>
                    <a:pt x="1013291" y="164169"/>
                  </a:lnTo>
                  <a:cubicBezTo>
                    <a:pt x="1013291" y="187088"/>
                    <a:pt x="1004187" y="209068"/>
                    <a:pt x="987980" y="225275"/>
                  </a:cubicBezTo>
                  <a:cubicBezTo>
                    <a:pt x="971774" y="241481"/>
                    <a:pt x="949794" y="250585"/>
                    <a:pt x="926875" y="250585"/>
                  </a:cubicBezTo>
                  <a:lnTo>
                    <a:pt x="86416" y="250585"/>
                  </a:lnTo>
                  <a:cubicBezTo>
                    <a:pt x="38690" y="250585"/>
                    <a:pt x="0" y="211895"/>
                    <a:pt x="0" y="164169"/>
                  </a:cubicBezTo>
                  <a:lnTo>
                    <a:pt x="0" y="86416"/>
                  </a:lnTo>
                  <a:cubicBezTo>
                    <a:pt x="0" y="63497"/>
                    <a:pt x="9105" y="41517"/>
                    <a:pt x="25311" y="25311"/>
                  </a:cubicBezTo>
                  <a:cubicBezTo>
                    <a:pt x="41517" y="9105"/>
                    <a:pt x="63497" y="0"/>
                    <a:pt x="86416" y="0"/>
                  </a:cubicBezTo>
                  <a:close/>
                </a:path>
              </a:pathLst>
            </a:custGeom>
            <a:gradFill rotWithShape="true">
              <a:gsLst>
                <a:gs pos="0">
                  <a:srgbClr val="00569E">
                    <a:alpha val="100000"/>
                  </a:srgbClr>
                </a:gs>
                <a:gs pos="100000">
                  <a:srgbClr val="014074">
                    <a:alpha val="100000"/>
                  </a:srgbClr>
                </a:gs>
              </a:gsLst>
              <a:path path="circle">
                <a:fillToRect l="0" r="100000" t="0" b="100000"/>
              </a:path>
              <a:tileRect r="0" l="-100000" b="0" t="-100000"/>
            </a:gradFill>
            <a:ln cap="rnd">
              <a:noFill/>
              <a:prstDash val="solid"/>
              <a:round/>
            </a:ln>
          </p:spPr>
        </p:sp>
        <p:sp>
          <p:nvSpPr>
            <p:cNvPr name="TextBox 18" id="18"/>
            <p:cNvSpPr txBox="true"/>
            <p:nvPr/>
          </p:nvSpPr>
          <p:spPr>
            <a:xfrm>
              <a:off x="0" y="-85725"/>
              <a:ext cx="1013291" cy="336310"/>
            </a:xfrm>
            <a:prstGeom prst="rect">
              <a:avLst/>
            </a:prstGeom>
          </p:spPr>
          <p:txBody>
            <a:bodyPr anchor="ctr" rtlCol="false" tIns="0" lIns="0" bIns="0" rIns="0"/>
            <a:lstStyle/>
            <a:p>
              <a:pPr algn="ctr" marL="0" indent="0" lvl="0">
                <a:lnSpc>
                  <a:spcPts val="4200"/>
                </a:lnSpc>
                <a:spcBef>
                  <a:spcPct val="0"/>
                </a:spcBef>
              </a:pPr>
              <a:r>
                <a:rPr lang="en-US" b="true" sz="3000">
                  <a:solidFill>
                    <a:srgbClr val="FFFFFF"/>
                  </a:solidFill>
                  <a:latin typeface="Poppins Bold"/>
                  <a:ea typeface="Poppins Bold"/>
                  <a:cs typeface="Poppins Bold"/>
                  <a:sym typeface="Poppins Bold"/>
                </a:rPr>
                <a:t>Objective </a:t>
              </a:r>
              <a:r>
                <a:rPr lang="en-US" b="true" sz="3000" strike="noStrike" u="none">
                  <a:solidFill>
                    <a:srgbClr val="FFFFFF"/>
                  </a:solidFill>
                  <a:latin typeface="Poppins Bold"/>
                  <a:ea typeface="Poppins Bold"/>
                  <a:cs typeface="Poppins Bold"/>
                  <a:sym typeface="Poppins Bold"/>
                </a:rPr>
                <a:t>02</a:t>
              </a:r>
            </a:p>
          </p:txBody>
        </p:sp>
      </p:grpSp>
      <p:grpSp>
        <p:nvGrpSpPr>
          <p:cNvPr name="Group 19" id="19"/>
          <p:cNvGrpSpPr/>
          <p:nvPr/>
        </p:nvGrpSpPr>
        <p:grpSpPr>
          <a:xfrm rot="0">
            <a:off x="12513329" y="2348646"/>
            <a:ext cx="3969426" cy="1019135"/>
            <a:chOff x="0" y="0"/>
            <a:chExt cx="976004" cy="250585"/>
          </a:xfrm>
        </p:grpSpPr>
        <p:sp>
          <p:nvSpPr>
            <p:cNvPr name="Freeform 20" id="20"/>
            <p:cNvSpPr/>
            <p:nvPr/>
          </p:nvSpPr>
          <p:spPr>
            <a:xfrm flipH="false" flipV="false" rot="0">
              <a:off x="0" y="0"/>
              <a:ext cx="976004" cy="250585"/>
            </a:xfrm>
            <a:custGeom>
              <a:avLst/>
              <a:gdLst/>
              <a:ahLst/>
              <a:cxnLst/>
              <a:rect r="r" b="b" t="t" l="l"/>
              <a:pathLst>
                <a:path h="250585" w="976004">
                  <a:moveTo>
                    <a:pt x="89718" y="0"/>
                  </a:moveTo>
                  <a:lnTo>
                    <a:pt x="886287" y="0"/>
                  </a:lnTo>
                  <a:cubicBezTo>
                    <a:pt x="910081" y="0"/>
                    <a:pt x="932901" y="9452"/>
                    <a:pt x="949727" y="26278"/>
                  </a:cubicBezTo>
                  <a:cubicBezTo>
                    <a:pt x="966552" y="43103"/>
                    <a:pt x="976004" y="65923"/>
                    <a:pt x="976004" y="89718"/>
                  </a:cubicBezTo>
                  <a:lnTo>
                    <a:pt x="976004" y="160868"/>
                  </a:lnTo>
                  <a:cubicBezTo>
                    <a:pt x="976004" y="210417"/>
                    <a:pt x="935836" y="250585"/>
                    <a:pt x="886287" y="250585"/>
                  </a:cubicBezTo>
                  <a:lnTo>
                    <a:pt x="89718" y="250585"/>
                  </a:lnTo>
                  <a:cubicBezTo>
                    <a:pt x="40168" y="250585"/>
                    <a:pt x="0" y="210417"/>
                    <a:pt x="0" y="160868"/>
                  </a:cubicBezTo>
                  <a:lnTo>
                    <a:pt x="0" y="89718"/>
                  </a:lnTo>
                  <a:cubicBezTo>
                    <a:pt x="0" y="40168"/>
                    <a:pt x="40168" y="0"/>
                    <a:pt x="89718" y="0"/>
                  </a:cubicBezTo>
                  <a:close/>
                </a:path>
              </a:pathLst>
            </a:custGeom>
            <a:gradFill rotWithShape="true">
              <a:gsLst>
                <a:gs pos="0">
                  <a:srgbClr val="00569E">
                    <a:alpha val="100000"/>
                  </a:srgbClr>
                </a:gs>
                <a:gs pos="100000">
                  <a:srgbClr val="014074">
                    <a:alpha val="100000"/>
                  </a:srgbClr>
                </a:gs>
              </a:gsLst>
              <a:path path="circle">
                <a:fillToRect l="0" r="100000" t="0" b="100000"/>
              </a:path>
              <a:tileRect r="0" l="-100000" b="0" t="-100000"/>
            </a:gradFill>
            <a:ln cap="rnd">
              <a:noFill/>
              <a:prstDash val="solid"/>
              <a:round/>
            </a:ln>
          </p:spPr>
        </p:sp>
        <p:sp>
          <p:nvSpPr>
            <p:cNvPr name="TextBox 21" id="21"/>
            <p:cNvSpPr txBox="true"/>
            <p:nvPr/>
          </p:nvSpPr>
          <p:spPr>
            <a:xfrm>
              <a:off x="0" y="-85725"/>
              <a:ext cx="976004" cy="336310"/>
            </a:xfrm>
            <a:prstGeom prst="rect">
              <a:avLst/>
            </a:prstGeom>
          </p:spPr>
          <p:txBody>
            <a:bodyPr anchor="ctr" rtlCol="false" tIns="0" lIns="0" bIns="0" rIns="0"/>
            <a:lstStyle/>
            <a:p>
              <a:pPr algn="ctr" marL="0" indent="0" lvl="0">
                <a:lnSpc>
                  <a:spcPts val="4200"/>
                </a:lnSpc>
                <a:spcBef>
                  <a:spcPct val="0"/>
                </a:spcBef>
              </a:pPr>
              <a:r>
                <a:rPr lang="en-US" b="true" sz="3000">
                  <a:solidFill>
                    <a:srgbClr val="FFFFFF"/>
                  </a:solidFill>
                  <a:latin typeface="Poppins Bold"/>
                  <a:ea typeface="Poppins Bold"/>
                  <a:cs typeface="Poppins Bold"/>
                  <a:sym typeface="Poppins Bold"/>
                </a:rPr>
                <a:t>Objective </a:t>
              </a:r>
              <a:r>
                <a:rPr lang="en-US" b="true" sz="3000" strike="noStrike" u="none">
                  <a:solidFill>
                    <a:srgbClr val="FFFFFF"/>
                  </a:solidFill>
                  <a:latin typeface="Poppins Bold"/>
                  <a:ea typeface="Poppins Bold"/>
                  <a:cs typeface="Poppins Bold"/>
                  <a:sym typeface="Poppins Bold"/>
                </a:rPr>
                <a:t>03</a:t>
              </a:r>
            </a:p>
          </p:txBody>
        </p:sp>
      </p:grpSp>
      <p:sp>
        <p:nvSpPr>
          <p:cNvPr name="TextBox 22" id="22"/>
          <p:cNvSpPr txBox="true"/>
          <p:nvPr/>
        </p:nvSpPr>
        <p:spPr>
          <a:xfrm rot="0">
            <a:off x="1161108" y="3593826"/>
            <a:ext cx="5018286" cy="2921274"/>
          </a:xfrm>
          <a:prstGeom prst="rect">
            <a:avLst/>
          </a:prstGeom>
        </p:spPr>
        <p:txBody>
          <a:bodyPr anchor="t" rtlCol="false" tIns="0" lIns="0" bIns="0" rIns="0">
            <a:spAutoFit/>
          </a:bodyPr>
          <a:lstStyle/>
          <a:p>
            <a:pPr algn="l" marL="0" indent="0" lvl="0">
              <a:lnSpc>
                <a:spcPts val="4200"/>
              </a:lnSpc>
              <a:spcBef>
                <a:spcPct val="0"/>
              </a:spcBef>
            </a:pPr>
            <a:r>
              <a:rPr lang="en-US" b="true" sz="3000" spc="-60">
                <a:solidFill>
                  <a:srgbClr val="FDFDFD"/>
                </a:solidFill>
                <a:latin typeface="Muli Bold"/>
                <a:ea typeface="Muli Bold"/>
                <a:cs typeface="Muli Bold"/>
                <a:sym typeface="Muli Bold"/>
              </a:rPr>
              <a:t>Dete</a:t>
            </a:r>
            <a:r>
              <a:rPr lang="en-US" b="true" sz="3000" spc="-60" strike="noStrike" u="none">
                <a:solidFill>
                  <a:srgbClr val="FDFDFD"/>
                </a:solidFill>
                <a:latin typeface="Muli Bold"/>
                <a:ea typeface="Muli Bold"/>
                <a:cs typeface="Muli Bold"/>
                <a:sym typeface="Muli Bold"/>
              </a:rPr>
              <a:t>ct eye closure and yawning in real-time using webcam.</a:t>
            </a:r>
          </a:p>
          <a:p>
            <a:pPr algn="l" marL="0" indent="0" lvl="0">
              <a:lnSpc>
                <a:spcPts val="3640"/>
              </a:lnSpc>
              <a:spcBef>
                <a:spcPct val="0"/>
              </a:spcBef>
            </a:pPr>
          </a:p>
          <a:p>
            <a:pPr algn="l" marL="0" indent="0" lvl="0">
              <a:lnSpc>
                <a:spcPts val="3469"/>
              </a:lnSpc>
              <a:spcBef>
                <a:spcPct val="0"/>
              </a:spcBef>
            </a:pPr>
          </a:p>
          <a:p>
            <a:pPr algn="l" marL="0" indent="0" lvl="0">
              <a:lnSpc>
                <a:spcPts val="3469"/>
              </a:lnSpc>
              <a:spcBef>
                <a:spcPct val="0"/>
              </a:spcBef>
            </a:pPr>
          </a:p>
        </p:txBody>
      </p:sp>
      <p:sp>
        <p:nvSpPr>
          <p:cNvPr name="TextBox 23" id="23"/>
          <p:cNvSpPr txBox="true"/>
          <p:nvPr/>
        </p:nvSpPr>
        <p:spPr>
          <a:xfrm rot="0">
            <a:off x="6806509" y="3695712"/>
            <a:ext cx="4674982" cy="2921274"/>
          </a:xfrm>
          <a:prstGeom prst="rect">
            <a:avLst/>
          </a:prstGeom>
        </p:spPr>
        <p:txBody>
          <a:bodyPr anchor="t" rtlCol="false" tIns="0" lIns="0" bIns="0" rIns="0">
            <a:spAutoFit/>
          </a:bodyPr>
          <a:lstStyle/>
          <a:p>
            <a:pPr algn="l" marL="0" indent="0" lvl="0">
              <a:lnSpc>
                <a:spcPts val="4200"/>
              </a:lnSpc>
              <a:spcBef>
                <a:spcPct val="0"/>
              </a:spcBef>
            </a:pPr>
            <a:r>
              <a:rPr lang="en-US" b="true" sz="3000" spc="-60">
                <a:solidFill>
                  <a:srgbClr val="FDFDFD"/>
                </a:solidFill>
                <a:latin typeface="Muli Bold"/>
                <a:ea typeface="Muli Bold"/>
                <a:cs typeface="Muli Bold"/>
                <a:sym typeface="Muli Bold"/>
              </a:rPr>
              <a:t>Se</a:t>
            </a:r>
            <a:r>
              <a:rPr lang="en-US" b="true" sz="3000" spc="-60" strike="noStrike" u="none">
                <a:solidFill>
                  <a:srgbClr val="FDFDFD"/>
                </a:solidFill>
                <a:latin typeface="Muli Bold"/>
                <a:ea typeface="Muli Bold"/>
                <a:cs typeface="Muli Bold"/>
                <a:sym typeface="Muli Bold"/>
              </a:rPr>
              <a:t>nd corresponding signals to Arduino for LED and buzzer alerts.</a:t>
            </a:r>
          </a:p>
          <a:p>
            <a:pPr algn="l" marL="0" indent="0" lvl="0">
              <a:lnSpc>
                <a:spcPts val="3640"/>
              </a:lnSpc>
              <a:spcBef>
                <a:spcPct val="0"/>
              </a:spcBef>
            </a:pPr>
          </a:p>
          <a:p>
            <a:pPr algn="l" marL="0" indent="0" lvl="0">
              <a:lnSpc>
                <a:spcPts val="3469"/>
              </a:lnSpc>
              <a:spcBef>
                <a:spcPct val="0"/>
              </a:spcBef>
            </a:pPr>
          </a:p>
          <a:p>
            <a:pPr algn="l" marL="0" indent="0" lvl="0">
              <a:lnSpc>
                <a:spcPts val="3469"/>
              </a:lnSpc>
              <a:spcBef>
                <a:spcPct val="0"/>
              </a:spcBef>
            </a:pPr>
          </a:p>
        </p:txBody>
      </p:sp>
      <p:sp>
        <p:nvSpPr>
          <p:cNvPr name="TextBox 24" id="24"/>
          <p:cNvSpPr txBox="true"/>
          <p:nvPr/>
        </p:nvSpPr>
        <p:spPr>
          <a:xfrm rot="0">
            <a:off x="12692264" y="3593826"/>
            <a:ext cx="3956549" cy="2921274"/>
          </a:xfrm>
          <a:prstGeom prst="rect">
            <a:avLst/>
          </a:prstGeom>
        </p:spPr>
        <p:txBody>
          <a:bodyPr anchor="t" rtlCol="false" tIns="0" lIns="0" bIns="0" rIns="0">
            <a:spAutoFit/>
          </a:bodyPr>
          <a:lstStyle/>
          <a:p>
            <a:pPr algn="l" marL="0" indent="0" lvl="0">
              <a:lnSpc>
                <a:spcPts val="4200"/>
              </a:lnSpc>
              <a:spcBef>
                <a:spcPct val="0"/>
              </a:spcBef>
            </a:pPr>
            <a:r>
              <a:rPr lang="en-US" b="true" sz="3000" spc="-60">
                <a:solidFill>
                  <a:srgbClr val="FDFDFD"/>
                </a:solidFill>
                <a:latin typeface="Muli Bold"/>
                <a:ea typeface="Muli Bold"/>
                <a:cs typeface="Muli Bold"/>
                <a:sym typeface="Muli Bold"/>
              </a:rPr>
              <a:t>Rec</a:t>
            </a:r>
            <a:r>
              <a:rPr lang="en-US" b="true" sz="3000" spc="-60" strike="noStrike" u="none">
                <a:solidFill>
                  <a:srgbClr val="FDFDFD"/>
                </a:solidFill>
                <a:latin typeface="Muli Bold"/>
                <a:ea typeface="Muli Bold"/>
                <a:cs typeface="Muli Bold"/>
                <a:sym typeface="Muli Bold"/>
              </a:rPr>
              <a:t>ord reaction time and benchmark system performance.</a:t>
            </a:r>
          </a:p>
          <a:p>
            <a:pPr algn="l" marL="0" indent="0" lvl="0">
              <a:lnSpc>
                <a:spcPts val="3640"/>
              </a:lnSpc>
              <a:spcBef>
                <a:spcPct val="0"/>
              </a:spcBef>
            </a:pPr>
          </a:p>
          <a:p>
            <a:pPr algn="l" marL="0" indent="0" lvl="0">
              <a:lnSpc>
                <a:spcPts val="3469"/>
              </a:lnSpc>
              <a:spcBef>
                <a:spcPct val="0"/>
              </a:spcBef>
            </a:pPr>
          </a:p>
          <a:p>
            <a:pPr algn="l" marL="0" indent="0" lvl="0">
              <a:lnSpc>
                <a:spcPts val="3469"/>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7958853" y="0"/>
            <a:ext cx="5021170" cy="10287000"/>
            <a:chOff x="0" y="0"/>
            <a:chExt cx="1322448" cy="2709333"/>
          </a:xfrm>
        </p:grpSpPr>
        <p:sp>
          <p:nvSpPr>
            <p:cNvPr name="Freeform 3" id="3"/>
            <p:cNvSpPr/>
            <p:nvPr/>
          </p:nvSpPr>
          <p:spPr>
            <a:xfrm flipH="false" flipV="false" rot="0">
              <a:off x="0" y="0"/>
              <a:ext cx="1322448" cy="2709333"/>
            </a:xfrm>
            <a:custGeom>
              <a:avLst/>
              <a:gdLst/>
              <a:ahLst/>
              <a:cxnLst/>
              <a:rect r="r" b="b" t="t" l="l"/>
              <a:pathLst>
                <a:path h="2709333" w="1322448">
                  <a:moveTo>
                    <a:pt x="0" y="0"/>
                  </a:moveTo>
                  <a:lnTo>
                    <a:pt x="1322448" y="0"/>
                  </a:lnTo>
                  <a:lnTo>
                    <a:pt x="1322448" y="2709333"/>
                  </a:lnTo>
                  <a:lnTo>
                    <a:pt x="0" y="2709333"/>
                  </a:lnTo>
                  <a:close/>
                </a:path>
              </a:pathLst>
            </a:custGeom>
            <a:solidFill>
              <a:srgbClr val="051D40"/>
            </a:solidFill>
          </p:spPr>
        </p:sp>
        <p:sp>
          <p:nvSpPr>
            <p:cNvPr name="TextBox 4" id="4"/>
            <p:cNvSpPr txBox="true"/>
            <p:nvPr/>
          </p:nvSpPr>
          <p:spPr>
            <a:xfrm>
              <a:off x="0" y="-38100"/>
              <a:ext cx="1322448" cy="2747433"/>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221496" y="131636"/>
            <a:ext cx="11169763" cy="1120775"/>
          </a:xfrm>
          <a:prstGeom prst="rect">
            <a:avLst/>
          </a:prstGeom>
        </p:spPr>
        <p:txBody>
          <a:bodyPr anchor="t" rtlCol="false" tIns="0" lIns="0" bIns="0" rIns="0">
            <a:spAutoFit/>
          </a:bodyPr>
          <a:lstStyle/>
          <a:p>
            <a:pPr algn="l" marL="0" indent="0" lvl="0">
              <a:lnSpc>
                <a:spcPts val="9100"/>
              </a:lnSpc>
              <a:spcBef>
                <a:spcPct val="0"/>
              </a:spcBef>
            </a:pPr>
            <a:r>
              <a:rPr lang="en-US" b="true" sz="6500">
                <a:solidFill>
                  <a:srgbClr val="051D40"/>
                </a:solidFill>
                <a:latin typeface="Montserrat Bold"/>
                <a:ea typeface="Montserrat Bold"/>
                <a:cs typeface="Montserrat Bold"/>
                <a:sym typeface="Montserrat Bold"/>
              </a:rPr>
              <a:t>Hardware Setup</a:t>
            </a:r>
          </a:p>
        </p:txBody>
      </p:sp>
      <p:grpSp>
        <p:nvGrpSpPr>
          <p:cNvPr name="Group 6" id="6"/>
          <p:cNvGrpSpPr/>
          <p:nvPr/>
        </p:nvGrpSpPr>
        <p:grpSpPr>
          <a:xfrm rot="0">
            <a:off x="-1595820" y="-1782102"/>
            <a:ext cx="3564204" cy="356420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051D40">
                  <a:alpha val="15686"/>
                </a:srgbClr>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4700679" y="7074186"/>
            <a:ext cx="5946973" cy="594697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1028700" y="7555372"/>
            <a:ext cx="16230600" cy="1012594"/>
          </a:xfrm>
          <a:custGeom>
            <a:avLst/>
            <a:gdLst/>
            <a:ahLst/>
            <a:cxnLst/>
            <a:rect r="r" b="b" t="t" l="l"/>
            <a:pathLst>
              <a:path h="1012594" w="16230600">
                <a:moveTo>
                  <a:pt x="0" y="0"/>
                </a:moveTo>
                <a:lnTo>
                  <a:pt x="16230600" y="0"/>
                </a:lnTo>
                <a:lnTo>
                  <a:pt x="16230600" y="1012593"/>
                </a:lnTo>
                <a:lnTo>
                  <a:pt x="0" y="1012593"/>
                </a:lnTo>
                <a:lnTo>
                  <a:pt x="0" y="0"/>
                </a:lnTo>
                <a:close/>
              </a:path>
            </a:pathLst>
          </a:custGeom>
          <a:blipFill>
            <a:blip r:embed="rId2"/>
            <a:stretch>
              <a:fillRect l="0" t="-216567" r="0" b="0"/>
            </a:stretch>
          </a:blipFill>
        </p:spPr>
      </p:sp>
      <p:sp>
        <p:nvSpPr>
          <p:cNvPr name="Freeform 13" id="13"/>
          <p:cNvSpPr/>
          <p:nvPr/>
        </p:nvSpPr>
        <p:spPr>
          <a:xfrm flipH="false" flipV="false" rot="0">
            <a:off x="3497365" y="1884515"/>
            <a:ext cx="11203313" cy="8402485"/>
          </a:xfrm>
          <a:custGeom>
            <a:avLst/>
            <a:gdLst/>
            <a:ahLst/>
            <a:cxnLst/>
            <a:rect r="r" b="b" t="t" l="l"/>
            <a:pathLst>
              <a:path h="8402485" w="11203313">
                <a:moveTo>
                  <a:pt x="0" y="0"/>
                </a:moveTo>
                <a:lnTo>
                  <a:pt x="11203314" y="0"/>
                </a:lnTo>
                <a:lnTo>
                  <a:pt x="11203314" y="8402485"/>
                </a:lnTo>
                <a:lnTo>
                  <a:pt x="0" y="8402485"/>
                </a:lnTo>
                <a:lnTo>
                  <a:pt x="0" y="0"/>
                </a:lnTo>
                <a:close/>
              </a:path>
            </a:pathLst>
          </a:custGeom>
          <a:blipFill>
            <a:blip r:embed="rId3"/>
            <a:stretch>
              <a:fillRect l="0" t="0" r="0" b="0"/>
            </a:stretch>
          </a:blipFill>
        </p:spPr>
      </p:sp>
      <p:grpSp>
        <p:nvGrpSpPr>
          <p:cNvPr name="Group 14" id="14"/>
          <p:cNvGrpSpPr/>
          <p:nvPr/>
        </p:nvGrpSpPr>
        <p:grpSpPr>
          <a:xfrm rot="0">
            <a:off x="3035617" y="6645593"/>
            <a:ext cx="2120265" cy="924877"/>
            <a:chOff x="0" y="0"/>
            <a:chExt cx="2827020" cy="1233170"/>
          </a:xfrm>
        </p:grpSpPr>
        <p:sp>
          <p:nvSpPr>
            <p:cNvPr name="Freeform 15" id="15"/>
            <p:cNvSpPr/>
            <p:nvPr/>
          </p:nvSpPr>
          <p:spPr>
            <a:xfrm flipH="false" flipV="false" rot="0">
              <a:off x="49530" y="39370"/>
              <a:ext cx="2729230" cy="1143000"/>
            </a:xfrm>
            <a:custGeom>
              <a:avLst/>
              <a:gdLst/>
              <a:ahLst/>
              <a:cxnLst/>
              <a:rect r="r" b="b" t="t" l="l"/>
              <a:pathLst>
                <a:path h="1143000" w="2729230">
                  <a:moveTo>
                    <a:pt x="2694940" y="1143000"/>
                  </a:moveTo>
                  <a:cubicBezTo>
                    <a:pt x="2542540" y="1088390"/>
                    <a:pt x="2527300" y="1068070"/>
                    <a:pt x="2490470" y="1056640"/>
                  </a:cubicBezTo>
                  <a:cubicBezTo>
                    <a:pt x="2428240" y="1036320"/>
                    <a:pt x="2289810" y="1049020"/>
                    <a:pt x="2227580" y="1024890"/>
                  </a:cubicBezTo>
                  <a:cubicBezTo>
                    <a:pt x="2186940" y="1009650"/>
                    <a:pt x="2172970" y="984250"/>
                    <a:pt x="2137410" y="965200"/>
                  </a:cubicBezTo>
                  <a:cubicBezTo>
                    <a:pt x="2094230" y="941070"/>
                    <a:pt x="2026920" y="923290"/>
                    <a:pt x="1978660" y="899160"/>
                  </a:cubicBezTo>
                  <a:cubicBezTo>
                    <a:pt x="1936750" y="878840"/>
                    <a:pt x="1907540" y="853440"/>
                    <a:pt x="1866900" y="833120"/>
                  </a:cubicBezTo>
                  <a:cubicBezTo>
                    <a:pt x="1819910" y="812800"/>
                    <a:pt x="1765300" y="801370"/>
                    <a:pt x="1714500" y="779780"/>
                  </a:cubicBezTo>
                  <a:cubicBezTo>
                    <a:pt x="1658620" y="755650"/>
                    <a:pt x="1600200" y="716280"/>
                    <a:pt x="1548130" y="690880"/>
                  </a:cubicBezTo>
                  <a:cubicBezTo>
                    <a:pt x="1504950" y="670560"/>
                    <a:pt x="1475740" y="655320"/>
                    <a:pt x="1427480" y="640080"/>
                  </a:cubicBezTo>
                  <a:cubicBezTo>
                    <a:pt x="1358900" y="617220"/>
                    <a:pt x="1262380" y="609600"/>
                    <a:pt x="1174750" y="584200"/>
                  </a:cubicBezTo>
                  <a:cubicBezTo>
                    <a:pt x="1074420" y="553720"/>
                    <a:pt x="956310" y="511810"/>
                    <a:pt x="859790" y="467360"/>
                  </a:cubicBezTo>
                  <a:cubicBezTo>
                    <a:pt x="770890" y="426720"/>
                    <a:pt x="698500" y="374650"/>
                    <a:pt x="615950" y="332740"/>
                  </a:cubicBezTo>
                  <a:cubicBezTo>
                    <a:pt x="533400" y="290830"/>
                    <a:pt x="457200" y="246380"/>
                    <a:pt x="364490" y="215900"/>
                  </a:cubicBezTo>
                  <a:cubicBezTo>
                    <a:pt x="260350" y="181610"/>
                    <a:pt x="34290" y="168910"/>
                    <a:pt x="20320" y="144780"/>
                  </a:cubicBezTo>
                  <a:cubicBezTo>
                    <a:pt x="17780" y="139700"/>
                    <a:pt x="26670" y="134620"/>
                    <a:pt x="25400" y="128270"/>
                  </a:cubicBezTo>
                  <a:cubicBezTo>
                    <a:pt x="24130" y="119380"/>
                    <a:pt x="0" y="107950"/>
                    <a:pt x="1270" y="100330"/>
                  </a:cubicBezTo>
                  <a:cubicBezTo>
                    <a:pt x="1270" y="91440"/>
                    <a:pt x="16510" y="76200"/>
                    <a:pt x="26670" y="77470"/>
                  </a:cubicBezTo>
                  <a:cubicBezTo>
                    <a:pt x="48260" y="82550"/>
                    <a:pt x="97790" y="199390"/>
                    <a:pt x="109220" y="243840"/>
                  </a:cubicBezTo>
                  <a:cubicBezTo>
                    <a:pt x="115570" y="269240"/>
                    <a:pt x="120650" y="297180"/>
                    <a:pt x="111760" y="309880"/>
                  </a:cubicBezTo>
                  <a:cubicBezTo>
                    <a:pt x="105410" y="318770"/>
                    <a:pt x="83820" y="325120"/>
                    <a:pt x="76200" y="322580"/>
                  </a:cubicBezTo>
                  <a:cubicBezTo>
                    <a:pt x="69850" y="320040"/>
                    <a:pt x="66040" y="312420"/>
                    <a:pt x="63500" y="302260"/>
                  </a:cubicBezTo>
                  <a:cubicBezTo>
                    <a:pt x="58420" y="287020"/>
                    <a:pt x="68580" y="257810"/>
                    <a:pt x="63500" y="231140"/>
                  </a:cubicBezTo>
                  <a:cubicBezTo>
                    <a:pt x="58420" y="195580"/>
                    <a:pt x="27940" y="143510"/>
                    <a:pt x="22860" y="109220"/>
                  </a:cubicBezTo>
                  <a:cubicBezTo>
                    <a:pt x="17780" y="85090"/>
                    <a:pt x="12700" y="62230"/>
                    <a:pt x="21590" y="45720"/>
                  </a:cubicBezTo>
                  <a:cubicBezTo>
                    <a:pt x="29210" y="30480"/>
                    <a:pt x="46990" y="21590"/>
                    <a:pt x="69850" y="13970"/>
                  </a:cubicBezTo>
                  <a:cubicBezTo>
                    <a:pt x="110490" y="1270"/>
                    <a:pt x="233680" y="0"/>
                    <a:pt x="261620" y="11430"/>
                  </a:cubicBezTo>
                  <a:cubicBezTo>
                    <a:pt x="271780" y="16510"/>
                    <a:pt x="276860" y="22860"/>
                    <a:pt x="278130" y="29210"/>
                  </a:cubicBezTo>
                  <a:cubicBezTo>
                    <a:pt x="280670" y="35560"/>
                    <a:pt x="278130" y="46990"/>
                    <a:pt x="273050" y="52070"/>
                  </a:cubicBezTo>
                  <a:cubicBezTo>
                    <a:pt x="267970" y="58420"/>
                    <a:pt x="251460" y="62230"/>
                    <a:pt x="243840" y="58420"/>
                  </a:cubicBezTo>
                  <a:cubicBezTo>
                    <a:pt x="236220" y="57150"/>
                    <a:pt x="229870" y="46990"/>
                    <a:pt x="228600" y="40640"/>
                  </a:cubicBezTo>
                  <a:cubicBezTo>
                    <a:pt x="228600" y="31750"/>
                    <a:pt x="236220" y="16510"/>
                    <a:pt x="243840" y="12700"/>
                  </a:cubicBezTo>
                  <a:cubicBezTo>
                    <a:pt x="248920" y="8890"/>
                    <a:pt x="261620" y="10160"/>
                    <a:pt x="266700" y="13970"/>
                  </a:cubicBezTo>
                  <a:cubicBezTo>
                    <a:pt x="273050" y="17780"/>
                    <a:pt x="279400" y="27940"/>
                    <a:pt x="279400" y="34290"/>
                  </a:cubicBezTo>
                  <a:cubicBezTo>
                    <a:pt x="279400" y="43180"/>
                    <a:pt x="273050" y="53340"/>
                    <a:pt x="261620" y="59690"/>
                  </a:cubicBezTo>
                  <a:cubicBezTo>
                    <a:pt x="236220" y="73660"/>
                    <a:pt x="130810" y="55880"/>
                    <a:pt x="99060" y="62230"/>
                  </a:cubicBezTo>
                  <a:cubicBezTo>
                    <a:pt x="85090" y="66040"/>
                    <a:pt x="73660" y="64770"/>
                    <a:pt x="69850" y="74930"/>
                  </a:cubicBezTo>
                  <a:cubicBezTo>
                    <a:pt x="58420" y="96520"/>
                    <a:pt x="109220" y="185420"/>
                    <a:pt x="114300" y="229870"/>
                  </a:cubicBezTo>
                  <a:cubicBezTo>
                    <a:pt x="118110" y="260350"/>
                    <a:pt x="121920" y="294640"/>
                    <a:pt x="111760" y="309880"/>
                  </a:cubicBezTo>
                  <a:cubicBezTo>
                    <a:pt x="104140" y="320040"/>
                    <a:pt x="86360" y="327660"/>
                    <a:pt x="76200" y="322580"/>
                  </a:cubicBezTo>
                  <a:cubicBezTo>
                    <a:pt x="57150" y="312420"/>
                    <a:pt x="54610" y="223520"/>
                    <a:pt x="39370" y="189230"/>
                  </a:cubicBezTo>
                  <a:cubicBezTo>
                    <a:pt x="29210" y="166370"/>
                    <a:pt x="10160" y="152400"/>
                    <a:pt x="3810" y="134620"/>
                  </a:cubicBezTo>
                  <a:cubicBezTo>
                    <a:pt x="0" y="119380"/>
                    <a:pt x="1270" y="92710"/>
                    <a:pt x="3810" y="91440"/>
                  </a:cubicBezTo>
                  <a:cubicBezTo>
                    <a:pt x="7620" y="90170"/>
                    <a:pt x="27940" y="127000"/>
                    <a:pt x="25400" y="128270"/>
                  </a:cubicBezTo>
                  <a:cubicBezTo>
                    <a:pt x="24130" y="129540"/>
                    <a:pt x="3810" y="119380"/>
                    <a:pt x="2540" y="111760"/>
                  </a:cubicBezTo>
                  <a:cubicBezTo>
                    <a:pt x="0" y="104140"/>
                    <a:pt x="6350" y="83820"/>
                    <a:pt x="13970" y="80010"/>
                  </a:cubicBezTo>
                  <a:cubicBezTo>
                    <a:pt x="24130" y="77470"/>
                    <a:pt x="36830" y="96520"/>
                    <a:pt x="59690" y="105410"/>
                  </a:cubicBezTo>
                  <a:cubicBezTo>
                    <a:pt x="114300" y="124460"/>
                    <a:pt x="241300" y="123190"/>
                    <a:pt x="354330" y="160020"/>
                  </a:cubicBezTo>
                  <a:cubicBezTo>
                    <a:pt x="529590" y="217170"/>
                    <a:pt x="881380" y="431800"/>
                    <a:pt x="988060" y="464820"/>
                  </a:cubicBezTo>
                  <a:cubicBezTo>
                    <a:pt x="1021080" y="476250"/>
                    <a:pt x="1028700" y="468630"/>
                    <a:pt x="1056640" y="476250"/>
                  </a:cubicBezTo>
                  <a:cubicBezTo>
                    <a:pt x="1106170" y="490220"/>
                    <a:pt x="1184910" y="534670"/>
                    <a:pt x="1250950" y="554990"/>
                  </a:cubicBezTo>
                  <a:cubicBezTo>
                    <a:pt x="1316990" y="574040"/>
                    <a:pt x="1391920" y="576580"/>
                    <a:pt x="1450340" y="594360"/>
                  </a:cubicBezTo>
                  <a:cubicBezTo>
                    <a:pt x="1497330" y="609600"/>
                    <a:pt x="1517650" y="622300"/>
                    <a:pt x="1573530" y="647700"/>
                  </a:cubicBezTo>
                  <a:cubicBezTo>
                    <a:pt x="1699260" y="703580"/>
                    <a:pt x="2072640" y="866140"/>
                    <a:pt x="2171700" y="927100"/>
                  </a:cubicBezTo>
                  <a:cubicBezTo>
                    <a:pt x="2205990" y="948690"/>
                    <a:pt x="2211070" y="969010"/>
                    <a:pt x="2237740" y="977900"/>
                  </a:cubicBezTo>
                  <a:cubicBezTo>
                    <a:pt x="2269490" y="989330"/>
                    <a:pt x="2311400" y="977900"/>
                    <a:pt x="2353310" y="981710"/>
                  </a:cubicBezTo>
                  <a:cubicBezTo>
                    <a:pt x="2402840" y="986790"/>
                    <a:pt x="2471420" y="996950"/>
                    <a:pt x="2514600" y="1012190"/>
                  </a:cubicBezTo>
                  <a:cubicBezTo>
                    <a:pt x="2545080" y="1023620"/>
                    <a:pt x="2560320" y="1041400"/>
                    <a:pt x="2589530" y="1054100"/>
                  </a:cubicBezTo>
                  <a:cubicBezTo>
                    <a:pt x="2625090" y="1070610"/>
                    <a:pt x="2698750" y="1078230"/>
                    <a:pt x="2716530" y="1097280"/>
                  </a:cubicBezTo>
                  <a:cubicBezTo>
                    <a:pt x="2725420" y="1107440"/>
                    <a:pt x="2729230" y="1122680"/>
                    <a:pt x="2725420" y="1130300"/>
                  </a:cubicBezTo>
                  <a:cubicBezTo>
                    <a:pt x="2722880" y="1137920"/>
                    <a:pt x="2694940" y="1143000"/>
                    <a:pt x="2694940" y="1143000"/>
                  </a:cubicBezTo>
                </a:path>
              </a:pathLst>
            </a:custGeom>
            <a:solidFill>
              <a:srgbClr val="000000"/>
            </a:solidFill>
            <a:ln cap="sq">
              <a:noFill/>
              <a:prstDash val="solid"/>
              <a:miter/>
            </a:ln>
          </p:spPr>
        </p:sp>
      </p:grpSp>
      <p:grpSp>
        <p:nvGrpSpPr>
          <p:cNvPr name="Group 16" id="16"/>
          <p:cNvGrpSpPr/>
          <p:nvPr/>
        </p:nvGrpSpPr>
        <p:grpSpPr>
          <a:xfrm rot="0">
            <a:off x="1683067" y="6317932"/>
            <a:ext cx="383858" cy="598170"/>
            <a:chOff x="0" y="0"/>
            <a:chExt cx="511810" cy="797560"/>
          </a:xfrm>
        </p:grpSpPr>
        <p:sp>
          <p:nvSpPr>
            <p:cNvPr name="Freeform 17" id="17"/>
            <p:cNvSpPr/>
            <p:nvPr/>
          </p:nvSpPr>
          <p:spPr>
            <a:xfrm flipH="false" flipV="false" rot="0">
              <a:off x="36830" y="50800"/>
              <a:ext cx="424180" cy="701040"/>
            </a:xfrm>
            <a:custGeom>
              <a:avLst/>
              <a:gdLst/>
              <a:ahLst/>
              <a:cxnLst/>
              <a:rect r="r" b="b" t="t" l="l"/>
              <a:pathLst>
                <a:path h="701040" w="424180">
                  <a:moveTo>
                    <a:pt x="64770" y="25400"/>
                  </a:moveTo>
                  <a:cubicBezTo>
                    <a:pt x="90170" y="334010"/>
                    <a:pt x="92710" y="615950"/>
                    <a:pt x="74930" y="670560"/>
                  </a:cubicBezTo>
                  <a:cubicBezTo>
                    <a:pt x="71120" y="684530"/>
                    <a:pt x="66040" y="692150"/>
                    <a:pt x="58420" y="694690"/>
                  </a:cubicBezTo>
                  <a:cubicBezTo>
                    <a:pt x="50800" y="697230"/>
                    <a:pt x="29210" y="689610"/>
                    <a:pt x="26670" y="683260"/>
                  </a:cubicBezTo>
                  <a:cubicBezTo>
                    <a:pt x="24130" y="674370"/>
                    <a:pt x="35560" y="657860"/>
                    <a:pt x="49530" y="645160"/>
                  </a:cubicBezTo>
                  <a:cubicBezTo>
                    <a:pt x="78740" y="619760"/>
                    <a:pt x="157480" y="581660"/>
                    <a:pt x="217170" y="570230"/>
                  </a:cubicBezTo>
                  <a:cubicBezTo>
                    <a:pt x="276860" y="558800"/>
                    <a:pt x="378460" y="560070"/>
                    <a:pt x="406400" y="579120"/>
                  </a:cubicBezTo>
                  <a:cubicBezTo>
                    <a:pt x="419100" y="586740"/>
                    <a:pt x="424180" y="604520"/>
                    <a:pt x="421640" y="612140"/>
                  </a:cubicBezTo>
                  <a:cubicBezTo>
                    <a:pt x="419100" y="619760"/>
                    <a:pt x="403860" y="628650"/>
                    <a:pt x="394970" y="628650"/>
                  </a:cubicBezTo>
                  <a:cubicBezTo>
                    <a:pt x="388620" y="628650"/>
                    <a:pt x="378460" y="621030"/>
                    <a:pt x="375920" y="614680"/>
                  </a:cubicBezTo>
                  <a:cubicBezTo>
                    <a:pt x="372110" y="607060"/>
                    <a:pt x="374650" y="590550"/>
                    <a:pt x="381000" y="584200"/>
                  </a:cubicBezTo>
                  <a:cubicBezTo>
                    <a:pt x="387350" y="579120"/>
                    <a:pt x="403860" y="577850"/>
                    <a:pt x="411480" y="581660"/>
                  </a:cubicBezTo>
                  <a:cubicBezTo>
                    <a:pt x="417830" y="584200"/>
                    <a:pt x="424180" y="594360"/>
                    <a:pt x="424180" y="601980"/>
                  </a:cubicBezTo>
                  <a:cubicBezTo>
                    <a:pt x="422910" y="609600"/>
                    <a:pt x="417830" y="621030"/>
                    <a:pt x="406400" y="627380"/>
                  </a:cubicBezTo>
                  <a:cubicBezTo>
                    <a:pt x="378460" y="641350"/>
                    <a:pt x="275590" y="610870"/>
                    <a:pt x="217170" y="622300"/>
                  </a:cubicBezTo>
                  <a:cubicBezTo>
                    <a:pt x="161290" y="633730"/>
                    <a:pt x="68580" y="701040"/>
                    <a:pt x="62230" y="694690"/>
                  </a:cubicBezTo>
                  <a:cubicBezTo>
                    <a:pt x="59690" y="690880"/>
                    <a:pt x="76200" y="671830"/>
                    <a:pt x="74930" y="670560"/>
                  </a:cubicBezTo>
                  <a:cubicBezTo>
                    <a:pt x="73660" y="670560"/>
                    <a:pt x="60960" y="694690"/>
                    <a:pt x="53340" y="695960"/>
                  </a:cubicBezTo>
                  <a:cubicBezTo>
                    <a:pt x="45720" y="697230"/>
                    <a:pt x="34290" y="694690"/>
                    <a:pt x="26670" y="683260"/>
                  </a:cubicBezTo>
                  <a:cubicBezTo>
                    <a:pt x="0" y="637540"/>
                    <a:pt x="40640" y="336550"/>
                    <a:pt x="34290" y="215900"/>
                  </a:cubicBezTo>
                  <a:cubicBezTo>
                    <a:pt x="30480" y="138430"/>
                    <a:pt x="1270" y="58420"/>
                    <a:pt x="13970" y="25400"/>
                  </a:cubicBezTo>
                  <a:cubicBezTo>
                    <a:pt x="19050" y="11430"/>
                    <a:pt x="33020" y="0"/>
                    <a:pt x="41910" y="0"/>
                  </a:cubicBezTo>
                  <a:cubicBezTo>
                    <a:pt x="49530" y="1270"/>
                    <a:pt x="64770" y="25400"/>
                    <a:pt x="64770" y="25400"/>
                  </a:cubicBezTo>
                </a:path>
              </a:pathLst>
            </a:custGeom>
            <a:solidFill>
              <a:srgbClr val="000000"/>
            </a:solidFill>
            <a:ln cap="sq">
              <a:noFill/>
              <a:prstDash val="solid"/>
              <a:miter/>
            </a:ln>
          </p:spPr>
        </p:sp>
      </p:grpSp>
      <p:grpSp>
        <p:nvGrpSpPr>
          <p:cNvPr name="Group 18" id="18"/>
          <p:cNvGrpSpPr/>
          <p:nvPr/>
        </p:nvGrpSpPr>
        <p:grpSpPr>
          <a:xfrm rot="0">
            <a:off x="1946910" y="6261735"/>
            <a:ext cx="340042" cy="530543"/>
            <a:chOff x="0" y="0"/>
            <a:chExt cx="453390" cy="707390"/>
          </a:xfrm>
        </p:grpSpPr>
        <p:sp>
          <p:nvSpPr>
            <p:cNvPr name="Freeform 19" id="19"/>
            <p:cNvSpPr/>
            <p:nvPr/>
          </p:nvSpPr>
          <p:spPr>
            <a:xfrm flipH="false" flipV="false" rot="0">
              <a:off x="45720" y="46990"/>
              <a:ext cx="358140" cy="610870"/>
            </a:xfrm>
            <a:custGeom>
              <a:avLst/>
              <a:gdLst/>
              <a:ahLst/>
              <a:cxnLst/>
              <a:rect r="r" b="b" t="t" l="l"/>
              <a:pathLst>
                <a:path h="610870" w="358140">
                  <a:moveTo>
                    <a:pt x="129540" y="58420"/>
                  </a:moveTo>
                  <a:cubicBezTo>
                    <a:pt x="342900" y="7620"/>
                    <a:pt x="354330" y="20320"/>
                    <a:pt x="356870" y="29210"/>
                  </a:cubicBezTo>
                  <a:cubicBezTo>
                    <a:pt x="358140" y="35560"/>
                    <a:pt x="351790" y="43180"/>
                    <a:pt x="345440" y="49530"/>
                  </a:cubicBezTo>
                  <a:cubicBezTo>
                    <a:pt x="334010" y="60960"/>
                    <a:pt x="313690" y="68580"/>
                    <a:pt x="288290" y="81280"/>
                  </a:cubicBezTo>
                  <a:cubicBezTo>
                    <a:pt x="236220" y="106680"/>
                    <a:pt x="83820" y="119380"/>
                    <a:pt x="53340" y="185420"/>
                  </a:cubicBezTo>
                  <a:cubicBezTo>
                    <a:pt x="13970" y="266700"/>
                    <a:pt x="166370" y="518160"/>
                    <a:pt x="160020" y="575310"/>
                  </a:cubicBezTo>
                  <a:cubicBezTo>
                    <a:pt x="157480" y="593090"/>
                    <a:pt x="151130" y="604520"/>
                    <a:pt x="142240" y="608330"/>
                  </a:cubicBezTo>
                  <a:cubicBezTo>
                    <a:pt x="134620" y="610870"/>
                    <a:pt x="118110" y="603250"/>
                    <a:pt x="114300" y="596900"/>
                  </a:cubicBezTo>
                  <a:cubicBezTo>
                    <a:pt x="109220" y="590550"/>
                    <a:pt x="109220" y="579120"/>
                    <a:pt x="113030" y="572770"/>
                  </a:cubicBezTo>
                  <a:cubicBezTo>
                    <a:pt x="115570" y="566420"/>
                    <a:pt x="124460" y="560070"/>
                    <a:pt x="130810" y="558800"/>
                  </a:cubicBezTo>
                  <a:cubicBezTo>
                    <a:pt x="138430" y="557530"/>
                    <a:pt x="149860" y="560070"/>
                    <a:pt x="153670" y="566420"/>
                  </a:cubicBezTo>
                  <a:cubicBezTo>
                    <a:pt x="158750" y="572770"/>
                    <a:pt x="161290" y="589280"/>
                    <a:pt x="157480" y="596900"/>
                  </a:cubicBezTo>
                  <a:cubicBezTo>
                    <a:pt x="153670" y="603250"/>
                    <a:pt x="138430" y="610870"/>
                    <a:pt x="129540" y="608330"/>
                  </a:cubicBezTo>
                  <a:cubicBezTo>
                    <a:pt x="114300" y="603250"/>
                    <a:pt x="101600" y="575310"/>
                    <a:pt x="88900" y="542290"/>
                  </a:cubicBezTo>
                  <a:cubicBezTo>
                    <a:pt x="59690" y="468630"/>
                    <a:pt x="0" y="214630"/>
                    <a:pt x="5080" y="162560"/>
                  </a:cubicBezTo>
                  <a:cubicBezTo>
                    <a:pt x="6350" y="148590"/>
                    <a:pt x="7620" y="143510"/>
                    <a:pt x="16510" y="135890"/>
                  </a:cubicBezTo>
                  <a:cubicBezTo>
                    <a:pt x="36830" y="118110"/>
                    <a:pt x="104140" y="111760"/>
                    <a:pt x="152400" y="92710"/>
                  </a:cubicBezTo>
                  <a:cubicBezTo>
                    <a:pt x="207010" y="69850"/>
                    <a:pt x="294640" y="0"/>
                    <a:pt x="327660" y="3810"/>
                  </a:cubicBezTo>
                  <a:cubicBezTo>
                    <a:pt x="342900" y="5080"/>
                    <a:pt x="355600" y="20320"/>
                    <a:pt x="356870" y="29210"/>
                  </a:cubicBezTo>
                  <a:cubicBezTo>
                    <a:pt x="356870" y="36830"/>
                    <a:pt x="350520" y="44450"/>
                    <a:pt x="340360" y="52070"/>
                  </a:cubicBezTo>
                  <a:cubicBezTo>
                    <a:pt x="311150" y="72390"/>
                    <a:pt x="179070" y="113030"/>
                    <a:pt x="142240" y="107950"/>
                  </a:cubicBezTo>
                  <a:cubicBezTo>
                    <a:pt x="125730" y="104140"/>
                    <a:pt x="111760" y="93980"/>
                    <a:pt x="110490" y="86360"/>
                  </a:cubicBezTo>
                  <a:cubicBezTo>
                    <a:pt x="109220" y="77470"/>
                    <a:pt x="129540" y="58420"/>
                    <a:pt x="129540" y="58420"/>
                  </a:cubicBezTo>
                </a:path>
              </a:pathLst>
            </a:custGeom>
            <a:solidFill>
              <a:srgbClr val="000000"/>
            </a:solidFill>
            <a:ln cap="sq">
              <a:noFill/>
              <a:prstDash val="solid"/>
              <a:miter/>
            </a:ln>
          </p:spPr>
        </p:sp>
      </p:grpSp>
      <p:grpSp>
        <p:nvGrpSpPr>
          <p:cNvPr name="Group 20" id="20"/>
          <p:cNvGrpSpPr/>
          <p:nvPr/>
        </p:nvGrpSpPr>
        <p:grpSpPr>
          <a:xfrm rot="0">
            <a:off x="1921192" y="6277928"/>
            <a:ext cx="325755" cy="220028"/>
            <a:chOff x="0" y="0"/>
            <a:chExt cx="434340" cy="293370"/>
          </a:xfrm>
        </p:grpSpPr>
        <p:sp>
          <p:nvSpPr>
            <p:cNvPr name="Freeform 21" id="21"/>
            <p:cNvSpPr/>
            <p:nvPr/>
          </p:nvSpPr>
          <p:spPr>
            <a:xfrm flipH="false" flipV="false" rot="0">
              <a:off x="46990" y="41910"/>
              <a:ext cx="339090" cy="200660"/>
            </a:xfrm>
            <a:custGeom>
              <a:avLst/>
              <a:gdLst/>
              <a:ahLst/>
              <a:cxnLst/>
              <a:rect r="r" b="b" t="t" l="l"/>
              <a:pathLst>
                <a:path h="200660" w="339090">
                  <a:moveTo>
                    <a:pt x="8890" y="157480"/>
                  </a:moveTo>
                  <a:cubicBezTo>
                    <a:pt x="113030" y="60960"/>
                    <a:pt x="151130" y="35560"/>
                    <a:pt x="190500" y="24130"/>
                  </a:cubicBezTo>
                  <a:cubicBezTo>
                    <a:pt x="232410" y="11430"/>
                    <a:pt x="311150" y="0"/>
                    <a:pt x="328930" y="13970"/>
                  </a:cubicBezTo>
                  <a:cubicBezTo>
                    <a:pt x="337820" y="20320"/>
                    <a:pt x="337820" y="36830"/>
                    <a:pt x="334010" y="46990"/>
                  </a:cubicBezTo>
                  <a:cubicBezTo>
                    <a:pt x="328930" y="62230"/>
                    <a:pt x="300990" y="87630"/>
                    <a:pt x="285750" y="90170"/>
                  </a:cubicBezTo>
                  <a:cubicBezTo>
                    <a:pt x="275590" y="92710"/>
                    <a:pt x="260350" y="87630"/>
                    <a:pt x="256540" y="80010"/>
                  </a:cubicBezTo>
                  <a:cubicBezTo>
                    <a:pt x="251460" y="73660"/>
                    <a:pt x="252730" y="55880"/>
                    <a:pt x="257810" y="49530"/>
                  </a:cubicBezTo>
                  <a:cubicBezTo>
                    <a:pt x="264160" y="43180"/>
                    <a:pt x="280670" y="40640"/>
                    <a:pt x="288290" y="43180"/>
                  </a:cubicBezTo>
                  <a:cubicBezTo>
                    <a:pt x="294640" y="45720"/>
                    <a:pt x="300990" y="55880"/>
                    <a:pt x="302260" y="62230"/>
                  </a:cubicBezTo>
                  <a:cubicBezTo>
                    <a:pt x="303530" y="69850"/>
                    <a:pt x="299720" y="80010"/>
                    <a:pt x="294640" y="85090"/>
                  </a:cubicBezTo>
                  <a:cubicBezTo>
                    <a:pt x="289560" y="90170"/>
                    <a:pt x="278130" y="92710"/>
                    <a:pt x="271780" y="91440"/>
                  </a:cubicBezTo>
                  <a:cubicBezTo>
                    <a:pt x="265430" y="88900"/>
                    <a:pt x="256540" y="82550"/>
                    <a:pt x="254000" y="74930"/>
                  </a:cubicBezTo>
                  <a:cubicBezTo>
                    <a:pt x="251460" y="68580"/>
                    <a:pt x="252730" y="59690"/>
                    <a:pt x="256540" y="52070"/>
                  </a:cubicBezTo>
                  <a:cubicBezTo>
                    <a:pt x="264160" y="38100"/>
                    <a:pt x="297180" y="8890"/>
                    <a:pt x="312420" y="8890"/>
                  </a:cubicBezTo>
                  <a:cubicBezTo>
                    <a:pt x="321310" y="7620"/>
                    <a:pt x="332740" y="16510"/>
                    <a:pt x="336550" y="24130"/>
                  </a:cubicBezTo>
                  <a:cubicBezTo>
                    <a:pt x="339090" y="30480"/>
                    <a:pt x="339090" y="43180"/>
                    <a:pt x="330200" y="52070"/>
                  </a:cubicBezTo>
                  <a:cubicBezTo>
                    <a:pt x="312420" y="71120"/>
                    <a:pt x="220980" y="64770"/>
                    <a:pt x="172720" y="88900"/>
                  </a:cubicBezTo>
                  <a:cubicBezTo>
                    <a:pt x="121920" y="113030"/>
                    <a:pt x="64770" y="195580"/>
                    <a:pt x="34290" y="199390"/>
                  </a:cubicBezTo>
                  <a:cubicBezTo>
                    <a:pt x="21590" y="200660"/>
                    <a:pt x="7620" y="193040"/>
                    <a:pt x="3810" y="185420"/>
                  </a:cubicBezTo>
                  <a:cubicBezTo>
                    <a:pt x="0" y="179070"/>
                    <a:pt x="8890" y="157480"/>
                    <a:pt x="8890" y="157480"/>
                  </a:cubicBezTo>
                </a:path>
              </a:pathLst>
            </a:custGeom>
            <a:solidFill>
              <a:srgbClr val="000000"/>
            </a:solidFill>
            <a:ln cap="sq">
              <a:noFill/>
              <a:prstDash val="solid"/>
              <a:miter/>
            </a:ln>
          </p:spPr>
        </p:sp>
      </p:grpSp>
      <p:grpSp>
        <p:nvGrpSpPr>
          <p:cNvPr name="Group 22" id="22"/>
          <p:cNvGrpSpPr/>
          <p:nvPr/>
        </p:nvGrpSpPr>
        <p:grpSpPr>
          <a:xfrm rot="0">
            <a:off x="1944052" y="6376035"/>
            <a:ext cx="422910" cy="448628"/>
            <a:chOff x="0" y="0"/>
            <a:chExt cx="563880" cy="598170"/>
          </a:xfrm>
        </p:grpSpPr>
        <p:sp>
          <p:nvSpPr>
            <p:cNvPr name="Freeform 23" id="23"/>
            <p:cNvSpPr/>
            <p:nvPr/>
          </p:nvSpPr>
          <p:spPr>
            <a:xfrm flipH="false" flipV="false" rot="0">
              <a:off x="49530" y="43180"/>
              <a:ext cx="464820" cy="505460"/>
            </a:xfrm>
            <a:custGeom>
              <a:avLst/>
              <a:gdLst/>
              <a:ahLst/>
              <a:cxnLst/>
              <a:rect r="r" b="b" t="t" l="l"/>
              <a:pathLst>
                <a:path h="505460" w="464820">
                  <a:moveTo>
                    <a:pt x="102870" y="57150"/>
                  </a:moveTo>
                  <a:cubicBezTo>
                    <a:pt x="17780" y="91440"/>
                    <a:pt x="124460" y="401320"/>
                    <a:pt x="156210" y="440690"/>
                  </a:cubicBezTo>
                  <a:cubicBezTo>
                    <a:pt x="165100" y="450850"/>
                    <a:pt x="168910" y="450850"/>
                    <a:pt x="181610" y="453390"/>
                  </a:cubicBezTo>
                  <a:cubicBezTo>
                    <a:pt x="222250" y="458470"/>
                    <a:pt x="393700" y="392430"/>
                    <a:pt x="434340" y="400050"/>
                  </a:cubicBezTo>
                  <a:cubicBezTo>
                    <a:pt x="449580" y="402590"/>
                    <a:pt x="461010" y="410210"/>
                    <a:pt x="462280" y="419100"/>
                  </a:cubicBezTo>
                  <a:cubicBezTo>
                    <a:pt x="464820" y="427990"/>
                    <a:pt x="454660" y="443230"/>
                    <a:pt x="441960" y="450850"/>
                  </a:cubicBezTo>
                  <a:cubicBezTo>
                    <a:pt x="410210" y="467360"/>
                    <a:pt x="300990" y="444500"/>
                    <a:pt x="246380" y="449580"/>
                  </a:cubicBezTo>
                  <a:cubicBezTo>
                    <a:pt x="207010" y="453390"/>
                    <a:pt x="172720" y="471170"/>
                    <a:pt x="146050" y="471170"/>
                  </a:cubicBezTo>
                  <a:cubicBezTo>
                    <a:pt x="127000" y="471170"/>
                    <a:pt x="113030" y="469900"/>
                    <a:pt x="99060" y="462280"/>
                  </a:cubicBezTo>
                  <a:cubicBezTo>
                    <a:pt x="82550" y="452120"/>
                    <a:pt x="66040" y="434340"/>
                    <a:pt x="55880" y="414020"/>
                  </a:cubicBezTo>
                  <a:cubicBezTo>
                    <a:pt x="43180" y="389890"/>
                    <a:pt x="29210" y="347980"/>
                    <a:pt x="34290" y="322580"/>
                  </a:cubicBezTo>
                  <a:cubicBezTo>
                    <a:pt x="39370" y="300990"/>
                    <a:pt x="55880" y="284480"/>
                    <a:pt x="76200" y="267970"/>
                  </a:cubicBezTo>
                  <a:cubicBezTo>
                    <a:pt x="102870" y="246380"/>
                    <a:pt x="148590" y="228600"/>
                    <a:pt x="187960" y="213360"/>
                  </a:cubicBezTo>
                  <a:cubicBezTo>
                    <a:pt x="232410" y="195580"/>
                    <a:pt x="302260" y="168910"/>
                    <a:pt x="328930" y="170180"/>
                  </a:cubicBezTo>
                  <a:cubicBezTo>
                    <a:pt x="339090" y="170180"/>
                    <a:pt x="346710" y="173990"/>
                    <a:pt x="350520" y="179070"/>
                  </a:cubicBezTo>
                  <a:cubicBezTo>
                    <a:pt x="355600" y="184150"/>
                    <a:pt x="358140" y="195580"/>
                    <a:pt x="355600" y="201930"/>
                  </a:cubicBezTo>
                  <a:cubicBezTo>
                    <a:pt x="353060" y="209550"/>
                    <a:pt x="340360" y="219710"/>
                    <a:pt x="331470" y="220980"/>
                  </a:cubicBezTo>
                  <a:cubicBezTo>
                    <a:pt x="325120" y="220980"/>
                    <a:pt x="314960" y="215900"/>
                    <a:pt x="311150" y="209550"/>
                  </a:cubicBezTo>
                  <a:cubicBezTo>
                    <a:pt x="307340" y="204470"/>
                    <a:pt x="306070" y="193040"/>
                    <a:pt x="308610" y="186690"/>
                  </a:cubicBezTo>
                  <a:cubicBezTo>
                    <a:pt x="311150" y="180340"/>
                    <a:pt x="318770" y="171450"/>
                    <a:pt x="326390" y="170180"/>
                  </a:cubicBezTo>
                  <a:cubicBezTo>
                    <a:pt x="334010" y="170180"/>
                    <a:pt x="349250" y="176530"/>
                    <a:pt x="354330" y="184150"/>
                  </a:cubicBezTo>
                  <a:cubicBezTo>
                    <a:pt x="358140" y="189230"/>
                    <a:pt x="359410" y="199390"/>
                    <a:pt x="354330" y="207010"/>
                  </a:cubicBezTo>
                  <a:cubicBezTo>
                    <a:pt x="334010" y="236220"/>
                    <a:pt x="114300" y="266700"/>
                    <a:pt x="88900" y="312420"/>
                  </a:cubicBezTo>
                  <a:cubicBezTo>
                    <a:pt x="74930" y="339090"/>
                    <a:pt x="95250" y="384810"/>
                    <a:pt x="106680" y="402590"/>
                  </a:cubicBezTo>
                  <a:cubicBezTo>
                    <a:pt x="113030" y="412750"/>
                    <a:pt x="120650" y="417830"/>
                    <a:pt x="132080" y="420370"/>
                  </a:cubicBezTo>
                  <a:cubicBezTo>
                    <a:pt x="152400" y="424180"/>
                    <a:pt x="184150" y="403860"/>
                    <a:pt x="219710" y="398780"/>
                  </a:cubicBezTo>
                  <a:cubicBezTo>
                    <a:pt x="276860" y="392430"/>
                    <a:pt x="406400" y="384810"/>
                    <a:pt x="440690" y="400050"/>
                  </a:cubicBezTo>
                  <a:cubicBezTo>
                    <a:pt x="454660" y="406400"/>
                    <a:pt x="463550" y="416560"/>
                    <a:pt x="463550" y="425450"/>
                  </a:cubicBezTo>
                  <a:cubicBezTo>
                    <a:pt x="464820" y="433070"/>
                    <a:pt x="458470" y="441960"/>
                    <a:pt x="447040" y="448310"/>
                  </a:cubicBezTo>
                  <a:cubicBezTo>
                    <a:pt x="414020" y="471170"/>
                    <a:pt x="256540" y="505460"/>
                    <a:pt x="198120" y="504190"/>
                  </a:cubicBezTo>
                  <a:cubicBezTo>
                    <a:pt x="166370" y="502920"/>
                    <a:pt x="143510" y="497840"/>
                    <a:pt x="125730" y="482600"/>
                  </a:cubicBezTo>
                  <a:cubicBezTo>
                    <a:pt x="106680" y="468630"/>
                    <a:pt x="101600" y="448310"/>
                    <a:pt x="88900" y="417830"/>
                  </a:cubicBezTo>
                  <a:cubicBezTo>
                    <a:pt x="64770" y="360680"/>
                    <a:pt x="25400" y="215900"/>
                    <a:pt x="11430" y="153670"/>
                  </a:cubicBezTo>
                  <a:cubicBezTo>
                    <a:pt x="5080" y="120650"/>
                    <a:pt x="0" y="100330"/>
                    <a:pt x="1270" y="76200"/>
                  </a:cubicBezTo>
                  <a:cubicBezTo>
                    <a:pt x="2540" y="57150"/>
                    <a:pt x="7620" y="33020"/>
                    <a:pt x="15240" y="21590"/>
                  </a:cubicBezTo>
                  <a:cubicBezTo>
                    <a:pt x="21590" y="13970"/>
                    <a:pt x="27940" y="10160"/>
                    <a:pt x="38100" y="7620"/>
                  </a:cubicBezTo>
                  <a:cubicBezTo>
                    <a:pt x="55880" y="2540"/>
                    <a:pt x="101600" y="0"/>
                    <a:pt x="114300" y="10160"/>
                  </a:cubicBezTo>
                  <a:cubicBezTo>
                    <a:pt x="124460" y="16510"/>
                    <a:pt x="129540" y="33020"/>
                    <a:pt x="127000" y="40640"/>
                  </a:cubicBezTo>
                  <a:cubicBezTo>
                    <a:pt x="124460" y="48260"/>
                    <a:pt x="102870" y="57150"/>
                    <a:pt x="102870" y="57150"/>
                  </a:cubicBezTo>
                </a:path>
              </a:pathLst>
            </a:custGeom>
            <a:solidFill>
              <a:srgbClr val="000000"/>
            </a:solidFill>
            <a:ln cap="sq">
              <a:noFill/>
              <a:prstDash val="solid"/>
              <a:miter/>
            </a:ln>
          </p:spPr>
        </p:sp>
      </p:grpSp>
      <p:grpSp>
        <p:nvGrpSpPr>
          <p:cNvPr name="Group 24" id="24"/>
          <p:cNvGrpSpPr/>
          <p:nvPr/>
        </p:nvGrpSpPr>
        <p:grpSpPr>
          <a:xfrm rot="0">
            <a:off x="2344102" y="6244590"/>
            <a:ext cx="319088" cy="506730"/>
            <a:chOff x="0" y="0"/>
            <a:chExt cx="425450" cy="675640"/>
          </a:xfrm>
        </p:grpSpPr>
        <p:sp>
          <p:nvSpPr>
            <p:cNvPr name="Freeform 25" id="25"/>
            <p:cNvSpPr/>
            <p:nvPr/>
          </p:nvSpPr>
          <p:spPr>
            <a:xfrm flipH="false" flipV="false" rot="0">
              <a:off x="34290" y="50800"/>
              <a:ext cx="349250" cy="577850"/>
            </a:xfrm>
            <a:custGeom>
              <a:avLst/>
              <a:gdLst/>
              <a:ahLst/>
              <a:cxnLst/>
              <a:rect r="r" b="b" t="t" l="l"/>
              <a:pathLst>
                <a:path h="577850" w="349250">
                  <a:moveTo>
                    <a:pt x="78740" y="25400"/>
                  </a:moveTo>
                  <a:cubicBezTo>
                    <a:pt x="73660" y="542290"/>
                    <a:pt x="69850" y="548640"/>
                    <a:pt x="62230" y="551180"/>
                  </a:cubicBezTo>
                  <a:cubicBezTo>
                    <a:pt x="54610" y="554990"/>
                    <a:pt x="40640" y="553720"/>
                    <a:pt x="34290" y="544830"/>
                  </a:cubicBezTo>
                  <a:cubicBezTo>
                    <a:pt x="16510" y="520700"/>
                    <a:pt x="46990" y="400050"/>
                    <a:pt x="49530" y="321310"/>
                  </a:cubicBezTo>
                  <a:cubicBezTo>
                    <a:pt x="50800" y="232410"/>
                    <a:pt x="22860" y="77470"/>
                    <a:pt x="43180" y="36830"/>
                  </a:cubicBezTo>
                  <a:cubicBezTo>
                    <a:pt x="49530" y="21590"/>
                    <a:pt x="58420" y="17780"/>
                    <a:pt x="73660" y="12700"/>
                  </a:cubicBezTo>
                  <a:cubicBezTo>
                    <a:pt x="99060" y="5080"/>
                    <a:pt x="154940" y="5080"/>
                    <a:pt x="185420" y="11430"/>
                  </a:cubicBezTo>
                  <a:cubicBezTo>
                    <a:pt x="210820" y="16510"/>
                    <a:pt x="227330" y="24130"/>
                    <a:pt x="248920" y="40640"/>
                  </a:cubicBezTo>
                  <a:cubicBezTo>
                    <a:pt x="276860" y="62230"/>
                    <a:pt x="320040" y="101600"/>
                    <a:pt x="335280" y="138430"/>
                  </a:cubicBezTo>
                  <a:cubicBezTo>
                    <a:pt x="349250" y="173990"/>
                    <a:pt x="342900" y="222250"/>
                    <a:pt x="340360" y="257810"/>
                  </a:cubicBezTo>
                  <a:cubicBezTo>
                    <a:pt x="337820" y="287020"/>
                    <a:pt x="335280" y="307340"/>
                    <a:pt x="323850" y="337820"/>
                  </a:cubicBezTo>
                  <a:cubicBezTo>
                    <a:pt x="304800" y="384810"/>
                    <a:pt x="254000" y="466090"/>
                    <a:pt x="218440" y="504190"/>
                  </a:cubicBezTo>
                  <a:cubicBezTo>
                    <a:pt x="194310" y="529590"/>
                    <a:pt x="175260" y="546100"/>
                    <a:pt x="147320" y="557530"/>
                  </a:cubicBezTo>
                  <a:cubicBezTo>
                    <a:pt x="118110" y="570230"/>
                    <a:pt x="67310" y="577850"/>
                    <a:pt x="45720" y="574040"/>
                  </a:cubicBezTo>
                  <a:cubicBezTo>
                    <a:pt x="33020" y="571500"/>
                    <a:pt x="21590" y="565150"/>
                    <a:pt x="19050" y="557530"/>
                  </a:cubicBezTo>
                  <a:cubicBezTo>
                    <a:pt x="16510" y="549910"/>
                    <a:pt x="26670" y="528320"/>
                    <a:pt x="34290" y="524510"/>
                  </a:cubicBezTo>
                  <a:cubicBezTo>
                    <a:pt x="40640" y="520700"/>
                    <a:pt x="52070" y="523240"/>
                    <a:pt x="57150" y="528320"/>
                  </a:cubicBezTo>
                  <a:cubicBezTo>
                    <a:pt x="63500" y="533400"/>
                    <a:pt x="68580" y="549910"/>
                    <a:pt x="66040" y="557530"/>
                  </a:cubicBezTo>
                  <a:cubicBezTo>
                    <a:pt x="63500" y="563880"/>
                    <a:pt x="54610" y="571500"/>
                    <a:pt x="48260" y="572770"/>
                  </a:cubicBezTo>
                  <a:cubicBezTo>
                    <a:pt x="40640" y="574040"/>
                    <a:pt x="30480" y="571500"/>
                    <a:pt x="25400" y="566420"/>
                  </a:cubicBezTo>
                  <a:cubicBezTo>
                    <a:pt x="20320" y="562610"/>
                    <a:pt x="16510" y="551180"/>
                    <a:pt x="16510" y="544830"/>
                  </a:cubicBezTo>
                  <a:cubicBezTo>
                    <a:pt x="17780" y="537210"/>
                    <a:pt x="22860" y="530860"/>
                    <a:pt x="31750" y="525780"/>
                  </a:cubicBezTo>
                  <a:cubicBezTo>
                    <a:pt x="48260" y="515620"/>
                    <a:pt x="100330" y="523240"/>
                    <a:pt x="129540" y="510540"/>
                  </a:cubicBezTo>
                  <a:cubicBezTo>
                    <a:pt x="156210" y="497840"/>
                    <a:pt x="177800" y="474980"/>
                    <a:pt x="199390" y="448310"/>
                  </a:cubicBezTo>
                  <a:cubicBezTo>
                    <a:pt x="227330" y="415290"/>
                    <a:pt x="260350" y="359410"/>
                    <a:pt x="275590" y="322580"/>
                  </a:cubicBezTo>
                  <a:cubicBezTo>
                    <a:pt x="284480" y="298450"/>
                    <a:pt x="287020" y="280670"/>
                    <a:pt x="289560" y="257810"/>
                  </a:cubicBezTo>
                  <a:cubicBezTo>
                    <a:pt x="292100" y="232410"/>
                    <a:pt x="294640" y="201930"/>
                    <a:pt x="288290" y="177800"/>
                  </a:cubicBezTo>
                  <a:cubicBezTo>
                    <a:pt x="281940" y="152400"/>
                    <a:pt x="266700" y="128270"/>
                    <a:pt x="250190" y="109220"/>
                  </a:cubicBezTo>
                  <a:cubicBezTo>
                    <a:pt x="232410" y="90170"/>
                    <a:pt x="210820" y="71120"/>
                    <a:pt x="185420" y="62230"/>
                  </a:cubicBezTo>
                  <a:cubicBezTo>
                    <a:pt x="156210" y="50800"/>
                    <a:pt x="101600" y="36830"/>
                    <a:pt x="85090" y="53340"/>
                  </a:cubicBezTo>
                  <a:cubicBezTo>
                    <a:pt x="67310" y="71120"/>
                    <a:pt x="97790" y="132080"/>
                    <a:pt x="100330" y="182880"/>
                  </a:cubicBezTo>
                  <a:cubicBezTo>
                    <a:pt x="102870" y="254000"/>
                    <a:pt x="100330" y="375920"/>
                    <a:pt x="92710" y="440690"/>
                  </a:cubicBezTo>
                  <a:cubicBezTo>
                    <a:pt x="88900" y="482600"/>
                    <a:pt x="86360" y="523240"/>
                    <a:pt x="76200" y="539750"/>
                  </a:cubicBezTo>
                  <a:cubicBezTo>
                    <a:pt x="69850" y="548640"/>
                    <a:pt x="63500" y="552450"/>
                    <a:pt x="55880" y="553720"/>
                  </a:cubicBezTo>
                  <a:cubicBezTo>
                    <a:pt x="49530" y="553720"/>
                    <a:pt x="40640" y="553720"/>
                    <a:pt x="34290" y="544830"/>
                  </a:cubicBezTo>
                  <a:cubicBezTo>
                    <a:pt x="5080" y="504190"/>
                    <a:pt x="0" y="86360"/>
                    <a:pt x="27940" y="25400"/>
                  </a:cubicBezTo>
                  <a:cubicBezTo>
                    <a:pt x="35560" y="8890"/>
                    <a:pt x="46990" y="0"/>
                    <a:pt x="55880" y="0"/>
                  </a:cubicBezTo>
                  <a:cubicBezTo>
                    <a:pt x="64770" y="1270"/>
                    <a:pt x="78740" y="25400"/>
                    <a:pt x="78740" y="25400"/>
                  </a:cubicBezTo>
                </a:path>
              </a:pathLst>
            </a:custGeom>
            <a:solidFill>
              <a:srgbClr val="000000"/>
            </a:solidFill>
            <a:ln cap="sq">
              <a:noFill/>
              <a:prstDash val="solid"/>
              <a:miter/>
            </a:ln>
          </p:spPr>
        </p:sp>
      </p:grpSp>
      <p:grpSp>
        <p:nvGrpSpPr>
          <p:cNvPr name="Group 26" id="26"/>
          <p:cNvGrpSpPr/>
          <p:nvPr/>
        </p:nvGrpSpPr>
        <p:grpSpPr>
          <a:xfrm rot="0">
            <a:off x="1454468" y="5985510"/>
            <a:ext cx="1564005" cy="1146810"/>
            <a:chOff x="0" y="0"/>
            <a:chExt cx="2085340" cy="1529080"/>
          </a:xfrm>
        </p:grpSpPr>
        <p:sp>
          <p:nvSpPr>
            <p:cNvPr name="Freeform 27" id="27"/>
            <p:cNvSpPr/>
            <p:nvPr/>
          </p:nvSpPr>
          <p:spPr>
            <a:xfrm flipH="false" flipV="false" rot="0">
              <a:off x="45720" y="46990"/>
              <a:ext cx="1992630" cy="1440180"/>
            </a:xfrm>
            <a:custGeom>
              <a:avLst/>
              <a:gdLst/>
              <a:ahLst/>
              <a:cxnLst/>
              <a:rect r="r" b="b" t="t" l="l"/>
              <a:pathLst>
                <a:path h="1440180" w="1992630">
                  <a:moveTo>
                    <a:pt x="1563370" y="95250"/>
                  </a:moveTo>
                  <a:cubicBezTo>
                    <a:pt x="1169670" y="49530"/>
                    <a:pt x="1027430" y="68580"/>
                    <a:pt x="932180" y="83820"/>
                  </a:cubicBezTo>
                  <a:cubicBezTo>
                    <a:pt x="864870" y="95250"/>
                    <a:pt x="826770" y="105410"/>
                    <a:pt x="759460" y="123190"/>
                  </a:cubicBezTo>
                  <a:cubicBezTo>
                    <a:pt x="664210" y="149860"/>
                    <a:pt x="514350" y="189230"/>
                    <a:pt x="420370" y="234950"/>
                  </a:cubicBezTo>
                  <a:cubicBezTo>
                    <a:pt x="346710" y="269240"/>
                    <a:pt x="284480" y="311150"/>
                    <a:pt x="234950" y="354330"/>
                  </a:cubicBezTo>
                  <a:cubicBezTo>
                    <a:pt x="194310" y="389890"/>
                    <a:pt x="165100" y="425450"/>
                    <a:pt x="137160" y="468630"/>
                  </a:cubicBezTo>
                  <a:cubicBezTo>
                    <a:pt x="106680" y="516890"/>
                    <a:pt x="76200" y="568960"/>
                    <a:pt x="62230" y="631190"/>
                  </a:cubicBezTo>
                  <a:cubicBezTo>
                    <a:pt x="44450" y="706120"/>
                    <a:pt x="44450" y="822960"/>
                    <a:pt x="54610" y="892810"/>
                  </a:cubicBezTo>
                  <a:cubicBezTo>
                    <a:pt x="62230" y="941070"/>
                    <a:pt x="73660" y="971550"/>
                    <a:pt x="95250" y="1012190"/>
                  </a:cubicBezTo>
                  <a:cubicBezTo>
                    <a:pt x="120650" y="1065530"/>
                    <a:pt x="167640" y="1135380"/>
                    <a:pt x="209550" y="1177290"/>
                  </a:cubicBezTo>
                  <a:cubicBezTo>
                    <a:pt x="245110" y="1212850"/>
                    <a:pt x="278130" y="1234440"/>
                    <a:pt x="323850" y="1257300"/>
                  </a:cubicBezTo>
                  <a:cubicBezTo>
                    <a:pt x="386080" y="1289050"/>
                    <a:pt x="481330" y="1313180"/>
                    <a:pt x="554990" y="1334770"/>
                  </a:cubicBezTo>
                  <a:cubicBezTo>
                    <a:pt x="621030" y="1352550"/>
                    <a:pt x="671830" y="1369060"/>
                    <a:pt x="746760" y="1376680"/>
                  </a:cubicBezTo>
                  <a:cubicBezTo>
                    <a:pt x="852170" y="1388110"/>
                    <a:pt x="1005840" y="1388110"/>
                    <a:pt x="1126490" y="1374140"/>
                  </a:cubicBezTo>
                  <a:cubicBezTo>
                    <a:pt x="1239520" y="1360170"/>
                    <a:pt x="1348740" y="1332230"/>
                    <a:pt x="1449070" y="1297940"/>
                  </a:cubicBezTo>
                  <a:cubicBezTo>
                    <a:pt x="1541780" y="1267460"/>
                    <a:pt x="1635760" y="1236980"/>
                    <a:pt x="1710690" y="1183640"/>
                  </a:cubicBezTo>
                  <a:cubicBezTo>
                    <a:pt x="1783080" y="1131570"/>
                    <a:pt x="1855470" y="1050290"/>
                    <a:pt x="1893570" y="984250"/>
                  </a:cubicBezTo>
                  <a:cubicBezTo>
                    <a:pt x="1924050" y="932180"/>
                    <a:pt x="1934210" y="885190"/>
                    <a:pt x="1940560" y="829310"/>
                  </a:cubicBezTo>
                  <a:cubicBezTo>
                    <a:pt x="1948180" y="765810"/>
                    <a:pt x="1938020" y="692150"/>
                    <a:pt x="1926590" y="624840"/>
                  </a:cubicBezTo>
                  <a:cubicBezTo>
                    <a:pt x="1915160" y="558800"/>
                    <a:pt x="1897380" y="496570"/>
                    <a:pt x="1874520" y="430530"/>
                  </a:cubicBezTo>
                  <a:cubicBezTo>
                    <a:pt x="1849120" y="359410"/>
                    <a:pt x="1822450" y="267970"/>
                    <a:pt x="1779270" y="215900"/>
                  </a:cubicBezTo>
                  <a:cubicBezTo>
                    <a:pt x="1741170" y="171450"/>
                    <a:pt x="1677670" y="139700"/>
                    <a:pt x="1642110" y="121920"/>
                  </a:cubicBezTo>
                  <a:cubicBezTo>
                    <a:pt x="1621790" y="110490"/>
                    <a:pt x="1610360" y="106680"/>
                    <a:pt x="1590040" y="101600"/>
                  </a:cubicBezTo>
                  <a:cubicBezTo>
                    <a:pt x="1563370" y="95250"/>
                    <a:pt x="1531620" y="90170"/>
                    <a:pt x="1493520" y="87630"/>
                  </a:cubicBezTo>
                  <a:cubicBezTo>
                    <a:pt x="1435100" y="83820"/>
                    <a:pt x="1305560" y="113030"/>
                    <a:pt x="1275080" y="93980"/>
                  </a:cubicBezTo>
                  <a:cubicBezTo>
                    <a:pt x="1262380" y="86360"/>
                    <a:pt x="1256030" y="69850"/>
                    <a:pt x="1258570" y="60960"/>
                  </a:cubicBezTo>
                  <a:cubicBezTo>
                    <a:pt x="1261110" y="53340"/>
                    <a:pt x="1276350" y="43180"/>
                    <a:pt x="1283970" y="44450"/>
                  </a:cubicBezTo>
                  <a:cubicBezTo>
                    <a:pt x="1292860" y="45720"/>
                    <a:pt x="1308100" y="64770"/>
                    <a:pt x="1308100" y="73660"/>
                  </a:cubicBezTo>
                  <a:cubicBezTo>
                    <a:pt x="1306830" y="81280"/>
                    <a:pt x="1286510" y="95250"/>
                    <a:pt x="1277620" y="95250"/>
                  </a:cubicBezTo>
                  <a:cubicBezTo>
                    <a:pt x="1270000" y="95250"/>
                    <a:pt x="1262380" y="86360"/>
                    <a:pt x="1258570" y="80010"/>
                  </a:cubicBezTo>
                  <a:cubicBezTo>
                    <a:pt x="1256030" y="73660"/>
                    <a:pt x="1257300" y="62230"/>
                    <a:pt x="1261110" y="55880"/>
                  </a:cubicBezTo>
                  <a:cubicBezTo>
                    <a:pt x="1264920" y="50800"/>
                    <a:pt x="1270000" y="46990"/>
                    <a:pt x="1281430" y="44450"/>
                  </a:cubicBezTo>
                  <a:cubicBezTo>
                    <a:pt x="1315720" y="35560"/>
                    <a:pt x="1437640" y="33020"/>
                    <a:pt x="1497330" y="36830"/>
                  </a:cubicBezTo>
                  <a:cubicBezTo>
                    <a:pt x="1540510" y="39370"/>
                    <a:pt x="1576070" y="45720"/>
                    <a:pt x="1607820" y="54610"/>
                  </a:cubicBezTo>
                  <a:cubicBezTo>
                    <a:pt x="1630680" y="60960"/>
                    <a:pt x="1644650" y="64770"/>
                    <a:pt x="1667510" y="77470"/>
                  </a:cubicBezTo>
                  <a:cubicBezTo>
                    <a:pt x="1709420" y="100330"/>
                    <a:pt x="1786890" y="149860"/>
                    <a:pt x="1823720" y="191770"/>
                  </a:cubicBezTo>
                  <a:cubicBezTo>
                    <a:pt x="1854200" y="227330"/>
                    <a:pt x="1868170" y="267970"/>
                    <a:pt x="1884680" y="306070"/>
                  </a:cubicBezTo>
                  <a:cubicBezTo>
                    <a:pt x="1901190" y="342900"/>
                    <a:pt x="1910080" y="373380"/>
                    <a:pt x="1924050" y="417830"/>
                  </a:cubicBezTo>
                  <a:cubicBezTo>
                    <a:pt x="1943100" y="482600"/>
                    <a:pt x="1973580" y="580390"/>
                    <a:pt x="1983740" y="657860"/>
                  </a:cubicBezTo>
                  <a:cubicBezTo>
                    <a:pt x="1992630" y="728980"/>
                    <a:pt x="1991360" y="814070"/>
                    <a:pt x="1987550" y="867410"/>
                  </a:cubicBezTo>
                  <a:cubicBezTo>
                    <a:pt x="1983740" y="900430"/>
                    <a:pt x="1979930" y="923290"/>
                    <a:pt x="1971040" y="948690"/>
                  </a:cubicBezTo>
                  <a:cubicBezTo>
                    <a:pt x="1962150" y="971550"/>
                    <a:pt x="1953260" y="988060"/>
                    <a:pt x="1935480" y="1013460"/>
                  </a:cubicBezTo>
                  <a:cubicBezTo>
                    <a:pt x="1903730" y="1059180"/>
                    <a:pt x="1824990" y="1153160"/>
                    <a:pt x="1785620" y="1189990"/>
                  </a:cubicBezTo>
                  <a:cubicBezTo>
                    <a:pt x="1765300" y="1209040"/>
                    <a:pt x="1758950" y="1214120"/>
                    <a:pt x="1733550" y="1228090"/>
                  </a:cubicBezTo>
                  <a:cubicBezTo>
                    <a:pt x="1677670" y="1261110"/>
                    <a:pt x="1551940" y="1316990"/>
                    <a:pt x="1454150" y="1348740"/>
                  </a:cubicBezTo>
                  <a:cubicBezTo>
                    <a:pt x="1351280" y="1383030"/>
                    <a:pt x="1239520" y="1410970"/>
                    <a:pt x="1127760" y="1424940"/>
                  </a:cubicBezTo>
                  <a:cubicBezTo>
                    <a:pt x="1014730" y="1438910"/>
                    <a:pt x="882650" y="1440180"/>
                    <a:pt x="779780" y="1431290"/>
                  </a:cubicBezTo>
                  <a:cubicBezTo>
                    <a:pt x="695960" y="1423670"/>
                    <a:pt x="633730" y="1408430"/>
                    <a:pt x="554990" y="1386840"/>
                  </a:cubicBezTo>
                  <a:cubicBezTo>
                    <a:pt x="464820" y="1362710"/>
                    <a:pt x="341630" y="1328420"/>
                    <a:pt x="273050" y="1290320"/>
                  </a:cubicBezTo>
                  <a:cubicBezTo>
                    <a:pt x="227330" y="1264920"/>
                    <a:pt x="198120" y="1238250"/>
                    <a:pt x="168910" y="1206500"/>
                  </a:cubicBezTo>
                  <a:cubicBezTo>
                    <a:pt x="140970" y="1178560"/>
                    <a:pt x="121920" y="1149350"/>
                    <a:pt x="100330" y="1113790"/>
                  </a:cubicBezTo>
                  <a:cubicBezTo>
                    <a:pt x="73660" y="1070610"/>
                    <a:pt x="35560" y="1008380"/>
                    <a:pt x="20320" y="966470"/>
                  </a:cubicBezTo>
                  <a:cubicBezTo>
                    <a:pt x="10160" y="938530"/>
                    <a:pt x="7620" y="920750"/>
                    <a:pt x="5080" y="892810"/>
                  </a:cubicBezTo>
                  <a:cubicBezTo>
                    <a:pt x="0" y="857250"/>
                    <a:pt x="3810" y="811530"/>
                    <a:pt x="5080" y="768350"/>
                  </a:cubicBezTo>
                  <a:cubicBezTo>
                    <a:pt x="6350" y="720090"/>
                    <a:pt x="0" y="668020"/>
                    <a:pt x="13970" y="614680"/>
                  </a:cubicBezTo>
                  <a:cubicBezTo>
                    <a:pt x="30480" y="552450"/>
                    <a:pt x="69850" y="473710"/>
                    <a:pt x="106680" y="420370"/>
                  </a:cubicBezTo>
                  <a:cubicBezTo>
                    <a:pt x="137160" y="375920"/>
                    <a:pt x="167640" y="345440"/>
                    <a:pt x="210820" y="309880"/>
                  </a:cubicBezTo>
                  <a:cubicBezTo>
                    <a:pt x="266700" y="262890"/>
                    <a:pt x="335280" y="214630"/>
                    <a:pt x="424180" y="175260"/>
                  </a:cubicBezTo>
                  <a:cubicBezTo>
                    <a:pt x="546100" y="119380"/>
                    <a:pt x="737870" y="68580"/>
                    <a:pt x="891540" y="40640"/>
                  </a:cubicBezTo>
                  <a:cubicBezTo>
                    <a:pt x="1033780" y="13970"/>
                    <a:pt x="1187450" y="0"/>
                    <a:pt x="1310640" y="3810"/>
                  </a:cubicBezTo>
                  <a:cubicBezTo>
                    <a:pt x="1408430" y="7620"/>
                    <a:pt x="1539240" y="21590"/>
                    <a:pt x="1573530" y="45720"/>
                  </a:cubicBezTo>
                  <a:cubicBezTo>
                    <a:pt x="1586230" y="54610"/>
                    <a:pt x="1592580" y="67310"/>
                    <a:pt x="1590040" y="74930"/>
                  </a:cubicBezTo>
                  <a:cubicBezTo>
                    <a:pt x="1588770" y="83820"/>
                    <a:pt x="1563370" y="95250"/>
                    <a:pt x="1563370" y="95250"/>
                  </a:cubicBezTo>
                </a:path>
              </a:pathLst>
            </a:custGeom>
            <a:solidFill>
              <a:srgbClr val="000000"/>
            </a:solidFill>
            <a:ln cap="sq">
              <a:noFill/>
              <a:prstDash val="solid"/>
              <a:miter/>
            </a:ln>
          </p:spPr>
        </p:sp>
      </p:grpSp>
      <p:grpSp>
        <p:nvGrpSpPr>
          <p:cNvPr name="Group 28" id="28"/>
          <p:cNvGrpSpPr/>
          <p:nvPr/>
        </p:nvGrpSpPr>
        <p:grpSpPr>
          <a:xfrm rot="0">
            <a:off x="3034665" y="8984932"/>
            <a:ext cx="4642485" cy="454343"/>
            <a:chOff x="0" y="0"/>
            <a:chExt cx="6189980" cy="605790"/>
          </a:xfrm>
        </p:grpSpPr>
        <p:sp>
          <p:nvSpPr>
            <p:cNvPr name="Freeform 29" id="29"/>
            <p:cNvSpPr/>
            <p:nvPr/>
          </p:nvSpPr>
          <p:spPr>
            <a:xfrm flipH="false" flipV="false" rot="0">
              <a:off x="46990" y="45720"/>
              <a:ext cx="6093460" cy="513080"/>
            </a:xfrm>
            <a:custGeom>
              <a:avLst/>
              <a:gdLst/>
              <a:ahLst/>
              <a:cxnLst/>
              <a:rect r="r" b="b" t="t" l="l"/>
              <a:pathLst>
                <a:path h="513080" w="6093460">
                  <a:moveTo>
                    <a:pt x="6075680" y="54610"/>
                  </a:moveTo>
                  <a:cubicBezTo>
                    <a:pt x="5761990" y="165100"/>
                    <a:pt x="5678170" y="190500"/>
                    <a:pt x="5538470" y="222250"/>
                  </a:cubicBezTo>
                  <a:cubicBezTo>
                    <a:pt x="5279390" y="281940"/>
                    <a:pt x="4668520" y="400050"/>
                    <a:pt x="4417060" y="431800"/>
                  </a:cubicBezTo>
                  <a:cubicBezTo>
                    <a:pt x="4290060" y="447040"/>
                    <a:pt x="4240530" y="445770"/>
                    <a:pt x="4130040" y="449580"/>
                  </a:cubicBezTo>
                  <a:cubicBezTo>
                    <a:pt x="3982720" y="454660"/>
                    <a:pt x="3798570" y="443230"/>
                    <a:pt x="3611880" y="450850"/>
                  </a:cubicBezTo>
                  <a:cubicBezTo>
                    <a:pt x="3392170" y="459740"/>
                    <a:pt x="3058160" y="501650"/>
                    <a:pt x="2894330" y="509270"/>
                  </a:cubicBezTo>
                  <a:cubicBezTo>
                    <a:pt x="2809240" y="511810"/>
                    <a:pt x="2767330" y="513080"/>
                    <a:pt x="2700020" y="509270"/>
                  </a:cubicBezTo>
                  <a:cubicBezTo>
                    <a:pt x="2628900" y="505460"/>
                    <a:pt x="2570480" y="488950"/>
                    <a:pt x="2477770" y="483870"/>
                  </a:cubicBezTo>
                  <a:cubicBezTo>
                    <a:pt x="2320290" y="476250"/>
                    <a:pt x="2095500" y="501650"/>
                    <a:pt x="1845310" y="495300"/>
                  </a:cubicBezTo>
                  <a:cubicBezTo>
                    <a:pt x="1477010" y="485140"/>
                    <a:pt x="762000" y="439420"/>
                    <a:pt x="482600" y="396240"/>
                  </a:cubicBezTo>
                  <a:cubicBezTo>
                    <a:pt x="356870" y="375920"/>
                    <a:pt x="293370" y="342900"/>
                    <a:pt x="212090" y="330200"/>
                  </a:cubicBezTo>
                  <a:cubicBezTo>
                    <a:pt x="146050" y="320040"/>
                    <a:pt x="60960" y="332740"/>
                    <a:pt x="30480" y="314960"/>
                  </a:cubicBezTo>
                  <a:cubicBezTo>
                    <a:pt x="13970" y="306070"/>
                    <a:pt x="8890" y="290830"/>
                    <a:pt x="3810" y="279400"/>
                  </a:cubicBezTo>
                  <a:cubicBezTo>
                    <a:pt x="1270" y="269240"/>
                    <a:pt x="0" y="261620"/>
                    <a:pt x="3810" y="250190"/>
                  </a:cubicBezTo>
                  <a:cubicBezTo>
                    <a:pt x="10160" y="224790"/>
                    <a:pt x="46990" y="167640"/>
                    <a:pt x="71120" y="144780"/>
                  </a:cubicBezTo>
                  <a:cubicBezTo>
                    <a:pt x="88900" y="128270"/>
                    <a:pt x="107950" y="116840"/>
                    <a:pt x="125730" y="113030"/>
                  </a:cubicBezTo>
                  <a:cubicBezTo>
                    <a:pt x="138430" y="109220"/>
                    <a:pt x="154940" y="107950"/>
                    <a:pt x="163830" y="114300"/>
                  </a:cubicBezTo>
                  <a:cubicBezTo>
                    <a:pt x="170180" y="119380"/>
                    <a:pt x="173990" y="130810"/>
                    <a:pt x="172720" y="142240"/>
                  </a:cubicBezTo>
                  <a:cubicBezTo>
                    <a:pt x="168910" y="160020"/>
                    <a:pt x="133350" y="198120"/>
                    <a:pt x="113030" y="212090"/>
                  </a:cubicBezTo>
                  <a:cubicBezTo>
                    <a:pt x="99060" y="222250"/>
                    <a:pt x="82550" y="218440"/>
                    <a:pt x="72390" y="228600"/>
                  </a:cubicBezTo>
                  <a:cubicBezTo>
                    <a:pt x="59690" y="242570"/>
                    <a:pt x="50800" y="270510"/>
                    <a:pt x="53340" y="294640"/>
                  </a:cubicBezTo>
                  <a:cubicBezTo>
                    <a:pt x="57150" y="331470"/>
                    <a:pt x="99060" y="389890"/>
                    <a:pt x="120650" y="421640"/>
                  </a:cubicBezTo>
                  <a:cubicBezTo>
                    <a:pt x="135890" y="443230"/>
                    <a:pt x="161290" y="457200"/>
                    <a:pt x="166370" y="472440"/>
                  </a:cubicBezTo>
                  <a:cubicBezTo>
                    <a:pt x="170180" y="481330"/>
                    <a:pt x="170180" y="490220"/>
                    <a:pt x="166370" y="496570"/>
                  </a:cubicBezTo>
                  <a:cubicBezTo>
                    <a:pt x="163830" y="502920"/>
                    <a:pt x="153670" y="508000"/>
                    <a:pt x="147320" y="509270"/>
                  </a:cubicBezTo>
                  <a:cubicBezTo>
                    <a:pt x="139700" y="510540"/>
                    <a:pt x="129540" y="505460"/>
                    <a:pt x="124460" y="500380"/>
                  </a:cubicBezTo>
                  <a:cubicBezTo>
                    <a:pt x="120650" y="495300"/>
                    <a:pt x="116840" y="483870"/>
                    <a:pt x="119380" y="477520"/>
                  </a:cubicBezTo>
                  <a:cubicBezTo>
                    <a:pt x="123190" y="469900"/>
                    <a:pt x="135890" y="459740"/>
                    <a:pt x="144780" y="458470"/>
                  </a:cubicBezTo>
                  <a:cubicBezTo>
                    <a:pt x="151130" y="458470"/>
                    <a:pt x="161290" y="463550"/>
                    <a:pt x="165100" y="469900"/>
                  </a:cubicBezTo>
                  <a:cubicBezTo>
                    <a:pt x="168910" y="477520"/>
                    <a:pt x="167640" y="494030"/>
                    <a:pt x="163830" y="500380"/>
                  </a:cubicBezTo>
                  <a:cubicBezTo>
                    <a:pt x="158750" y="506730"/>
                    <a:pt x="149860" y="510540"/>
                    <a:pt x="140970" y="509270"/>
                  </a:cubicBezTo>
                  <a:cubicBezTo>
                    <a:pt x="128270" y="506730"/>
                    <a:pt x="109220" y="488950"/>
                    <a:pt x="93980" y="471170"/>
                  </a:cubicBezTo>
                  <a:cubicBezTo>
                    <a:pt x="71120" y="445770"/>
                    <a:pt x="41910" y="400050"/>
                    <a:pt x="26670" y="365760"/>
                  </a:cubicBezTo>
                  <a:cubicBezTo>
                    <a:pt x="13970" y="335280"/>
                    <a:pt x="1270" y="303530"/>
                    <a:pt x="3810" y="274320"/>
                  </a:cubicBezTo>
                  <a:cubicBezTo>
                    <a:pt x="5080" y="246380"/>
                    <a:pt x="17780" y="218440"/>
                    <a:pt x="36830" y="194310"/>
                  </a:cubicBezTo>
                  <a:cubicBezTo>
                    <a:pt x="60960" y="162560"/>
                    <a:pt x="121920" y="110490"/>
                    <a:pt x="146050" y="109220"/>
                  </a:cubicBezTo>
                  <a:cubicBezTo>
                    <a:pt x="156210" y="107950"/>
                    <a:pt x="167640" y="116840"/>
                    <a:pt x="171450" y="123190"/>
                  </a:cubicBezTo>
                  <a:cubicBezTo>
                    <a:pt x="173990" y="129540"/>
                    <a:pt x="175260" y="139700"/>
                    <a:pt x="170180" y="147320"/>
                  </a:cubicBezTo>
                  <a:cubicBezTo>
                    <a:pt x="161290" y="161290"/>
                    <a:pt x="119380" y="171450"/>
                    <a:pt x="100330" y="189230"/>
                  </a:cubicBezTo>
                  <a:cubicBezTo>
                    <a:pt x="85090" y="203200"/>
                    <a:pt x="69850" y="223520"/>
                    <a:pt x="66040" y="238760"/>
                  </a:cubicBezTo>
                  <a:cubicBezTo>
                    <a:pt x="63500" y="250190"/>
                    <a:pt x="60960" y="261620"/>
                    <a:pt x="67310" y="269240"/>
                  </a:cubicBezTo>
                  <a:cubicBezTo>
                    <a:pt x="85090" y="285750"/>
                    <a:pt x="166370" y="271780"/>
                    <a:pt x="224790" y="280670"/>
                  </a:cubicBezTo>
                  <a:cubicBezTo>
                    <a:pt x="302260" y="293370"/>
                    <a:pt x="365760" y="326390"/>
                    <a:pt x="488950" y="345440"/>
                  </a:cubicBezTo>
                  <a:cubicBezTo>
                    <a:pt x="764540" y="388620"/>
                    <a:pt x="1477010" y="434340"/>
                    <a:pt x="1845310" y="444500"/>
                  </a:cubicBezTo>
                  <a:cubicBezTo>
                    <a:pt x="2096770" y="450850"/>
                    <a:pt x="2324100" y="425450"/>
                    <a:pt x="2481580" y="433070"/>
                  </a:cubicBezTo>
                  <a:cubicBezTo>
                    <a:pt x="2573020" y="438150"/>
                    <a:pt x="2628900" y="454660"/>
                    <a:pt x="2700020" y="458470"/>
                  </a:cubicBezTo>
                  <a:cubicBezTo>
                    <a:pt x="2766060" y="462280"/>
                    <a:pt x="2809240" y="461010"/>
                    <a:pt x="2894330" y="458470"/>
                  </a:cubicBezTo>
                  <a:cubicBezTo>
                    <a:pt x="3058160" y="450850"/>
                    <a:pt x="3392170" y="408940"/>
                    <a:pt x="3611880" y="400050"/>
                  </a:cubicBezTo>
                  <a:cubicBezTo>
                    <a:pt x="3798570" y="392430"/>
                    <a:pt x="3983990" y="403860"/>
                    <a:pt x="4128770" y="398780"/>
                  </a:cubicBezTo>
                  <a:cubicBezTo>
                    <a:pt x="4235450" y="394970"/>
                    <a:pt x="4283710" y="397510"/>
                    <a:pt x="4405630" y="382270"/>
                  </a:cubicBezTo>
                  <a:cubicBezTo>
                    <a:pt x="4654550" y="351790"/>
                    <a:pt x="5267960" y="232410"/>
                    <a:pt x="5525770" y="172720"/>
                  </a:cubicBezTo>
                  <a:cubicBezTo>
                    <a:pt x="5664200" y="140970"/>
                    <a:pt x="5745480" y="118110"/>
                    <a:pt x="5840730" y="87630"/>
                  </a:cubicBezTo>
                  <a:cubicBezTo>
                    <a:pt x="5922010" y="60960"/>
                    <a:pt x="6024880" y="0"/>
                    <a:pt x="6062980" y="5080"/>
                  </a:cubicBezTo>
                  <a:cubicBezTo>
                    <a:pt x="6078220" y="7620"/>
                    <a:pt x="6089650" y="16510"/>
                    <a:pt x="6090920" y="25400"/>
                  </a:cubicBezTo>
                  <a:cubicBezTo>
                    <a:pt x="6093460" y="33020"/>
                    <a:pt x="6075680" y="54610"/>
                    <a:pt x="6075680" y="54610"/>
                  </a:cubicBezTo>
                </a:path>
              </a:pathLst>
            </a:custGeom>
            <a:solidFill>
              <a:srgbClr val="000000"/>
            </a:solidFill>
            <a:ln cap="sq">
              <a:noFill/>
              <a:prstDash val="solid"/>
              <a:miter/>
            </a:ln>
          </p:spPr>
        </p:sp>
      </p:grpSp>
      <p:grpSp>
        <p:nvGrpSpPr>
          <p:cNvPr name="Group 30" id="30"/>
          <p:cNvGrpSpPr/>
          <p:nvPr/>
        </p:nvGrpSpPr>
        <p:grpSpPr>
          <a:xfrm rot="0">
            <a:off x="1323975" y="8791575"/>
            <a:ext cx="1649730" cy="581025"/>
            <a:chOff x="0" y="0"/>
            <a:chExt cx="2199640" cy="774700"/>
          </a:xfrm>
        </p:grpSpPr>
        <p:sp>
          <p:nvSpPr>
            <p:cNvPr name="Freeform 31" id="31"/>
            <p:cNvSpPr/>
            <p:nvPr/>
          </p:nvSpPr>
          <p:spPr>
            <a:xfrm flipH="false" flipV="false" rot="0">
              <a:off x="35560" y="45720"/>
              <a:ext cx="2113280" cy="678180"/>
            </a:xfrm>
            <a:custGeom>
              <a:avLst/>
              <a:gdLst/>
              <a:ahLst/>
              <a:cxnLst/>
              <a:rect r="r" b="b" t="t" l="l"/>
              <a:pathLst>
                <a:path h="678180" w="2113280">
                  <a:moveTo>
                    <a:pt x="66040" y="95250"/>
                  </a:moveTo>
                  <a:cubicBezTo>
                    <a:pt x="85090" y="572770"/>
                    <a:pt x="95250" y="595630"/>
                    <a:pt x="96520" y="619760"/>
                  </a:cubicBezTo>
                  <a:cubicBezTo>
                    <a:pt x="96520" y="633730"/>
                    <a:pt x="99060" y="648970"/>
                    <a:pt x="92710" y="656590"/>
                  </a:cubicBezTo>
                  <a:cubicBezTo>
                    <a:pt x="87630" y="664210"/>
                    <a:pt x="74930" y="671830"/>
                    <a:pt x="67310" y="670560"/>
                  </a:cubicBezTo>
                  <a:cubicBezTo>
                    <a:pt x="59690" y="669290"/>
                    <a:pt x="52070" y="660400"/>
                    <a:pt x="45720" y="645160"/>
                  </a:cubicBezTo>
                  <a:cubicBezTo>
                    <a:pt x="21590" y="586740"/>
                    <a:pt x="0" y="262890"/>
                    <a:pt x="22860" y="158750"/>
                  </a:cubicBezTo>
                  <a:cubicBezTo>
                    <a:pt x="33020" y="105410"/>
                    <a:pt x="53340" y="71120"/>
                    <a:pt x="78740" y="44450"/>
                  </a:cubicBezTo>
                  <a:cubicBezTo>
                    <a:pt x="99060" y="24130"/>
                    <a:pt x="127000" y="11430"/>
                    <a:pt x="153670" y="5080"/>
                  </a:cubicBezTo>
                  <a:cubicBezTo>
                    <a:pt x="177800" y="0"/>
                    <a:pt x="208280" y="1270"/>
                    <a:pt x="229870" y="6350"/>
                  </a:cubicBezTo>
                  <a:cubicBezTo>
                    <a:pt x="247650" y="11430"/>
                    <a:pt x="262890" y="16510"/>
                    <a:pt x="274320" y="29210"/>
                  </a:cubicBezTo>
                  <a:cubicBezTo>
                    <a:pt x="288290" y="43180"/>
                    <a:pt x="297180" y="66040"/>
                    <a:pt x="300990" y="91440"/>
                  </a:cubicBezTo>
                  <a:cubicBezTo>
                    <a:pt x="306070" y="128270"/>
                    <a:pt x="299720" y="185420"/>
                    <a:pt x="285750" y="232410"/>
                  </a:cubicBezTo>
                  <a:cubicBezTo>
                    <a:pt x="269240" y="281940"/>
                    <a:pt x="238760" y="340360"/>
                    <a:pt x="205740" y="378460"/>
                  </a:cubicBezTo>
                  <a:cubicBezTo>
                    <a:pt x="177800" y="410210"/>
                    <a:pt x="139700" y="439420"/>
                    <a:pt x="107950" y="449580"/>
                  </a:cubicBezTo>
                  <a:cubicBezTo>
                    <a:pt x="82550" y="458470"/>
                    <a:pt x="46990" y="459740"/>
                    <a:pt x="35560" y="449580"/>
                  </a:cubicBezTo>
                  <a:cubicBezTo>
                    <a:pt x="27940" y="443230"/>
                    <a:pt x="26670" y="424180"/>
                    <a:pt x="30480" y="412750"/>
                  </a:cubicBezTo>
                  <a:cubicBezTo>
                    <a:pt x="36830" y="397510"/>
                    <a:pt x="54610" y="386080"/>
                    <a:pt x="73660" y="373380"/>
                  </a:cubicBezTo>
                  <a:cubicBezTo>
                    <a:pt x="101600" y="353060"/>
                    <a:pt x="156210" y="323850"/>
                    <a:pt x="194310" y="314960"/>
                  </a:cubicBezTo>
                  <a:cubicBezTo>
                    <a:pt x="226060" y="307340"/>
                    <a:pt x="260350" y="306070"/>
                    <a:pt x="285750" y="311150"/>
                  </a:cubicBezTo>
                  <a:cubicBezTo>
                    <a:pt x="307340" y="316230"/>
                    <a:pt x="325120" y="327660"/>
                    <a:pt x="339090" y="339090"/>
                  </a:cubicBezTo>
                  <a:cubicBezTo>
                    <a:pt x="351790" y="349250"/>
                    <a:pt x="359410" y="359410"/>
                    <a:pt x="367030" y="374650"/>
                  </a:cubicBezTo>
                  <a:cubicBezTo>
                    <a:pt x="378460" y="398780"/>
                    <a:pt x="389890" y="440690"/>
                    <a:pt x="389890" y="471170"/>
                  </a:cubicBezTo>
                  <a:cubicBezTo>
                    <a:pt x="389890" y="500380"/>
                    <a:pt x="381000" y="530860"/>
                    <a:pt x="368300" y="553720"/>
                  </a:cubicBezTo>
                  <a:cubicBezTo>
                    <a:pt x="355600" y="575310"/>
                    <a:pt x="339090" y="590550"/>
                    <a:pt x="320040" y="605790"/>
                  </a:cubicBezTo>
                  <a:cubicBezTo>
                    <a:pt x="295910" y="624840"/>
                    <a:pt x="262890" y="641350"/>
                    <a:pt x="232410" y="654050"/>
                  </a:cubicBezTo>
                  <a:cubicBezTo>
                    <a:pt x="200660" y="665480"/>
                    <a:pt x="165100" y="678180"/>
                    <a:pt x="134620" y="678180"/>
                  </a:cubicBezTo>
                  <a:cubicBezTo>
                    <a:pt x="109220" y="678180"/>
                    <a:pt x="82550" y="670560"/>
                    <a:pt x="63500" y="659130"/>
                  </a:cubicBezTo>
                  <a:cubicBezTo>
                    <a:pt x="49530" y="648970"/>
                    <a:pt x="29210" y="628650"/>
                    <a:pt x="30480" y="618490"/>
                  </a:cubicBezTo>
                  <a:cubicBezTo>
                    <a:pt x="31750" y="608330"/>
                    <a:pt x="49530" y="596900"/>
                    <a:pt x="66040" y="593090"/>
                  </a:cubicBezTo>
                  <a:cubicBezTo>
                    <a:pt x="93980" y="586740"/>
                    <a:pt x="160020" y="618490"/>
                    <a:pt x="195580" y="621030"/>
                  </a:cubicBezTo>
                  <a:cubicBezTo>
                    <a:pt x="220980" y="623570"/>
                    <a:pt x="236220" y="621030"/>
                    <a:pt x="260350" y="618490"/>
                  </a:cubicBezTo>
                  <a:cubicBezTo>
                    <a:pt x="290830" y="614680"/>
                    <a:pt x="337820" y="607060"/>
                    <a:pt x="361950" y="596900"/>
                  </a:cubicBezTo>
                  <a:cubicBezTo>
                    <a:pt x="378460" y="590550"/>
                    <a:pt x="387350" y="585470"/>
                    <a:pt x="398780" y="572770"/>
                  </a:cubicBezTo>
                  <a:cubicBezTo>
                    <a:pt x="414020" y="554990"/>
                    <a:pt x="429260" y="523240"/>
                    <a:pt x="435610" y="487680"/>
                  </a:cubicBezTo>
                  <a:cubicBezTo>
                    <a:pt x="444500" y="431800"/>
                    <a:pt x="412750" y="306070"/>
                    <a:pt x="417830" y="273050"/>
                  </a:cubicBezTo>
                  <a:cubicBezTo>
                    <a:pt x="420370" y="261620"/>
                    <a:pt x="422910" y="255270"/>
                    <a:pt x="427990" y="251460"/>
                  </a:cubicBezTo>
                  <a:cubicBezTo>
                    <a:pt x="433070" y="246380"/>
                    <a:pt x="444500" y="245110"/>
                    <a:pt x="450850" y="246380"/>
                  </a:cubicBezTo>
                  <a:cubicBezTo>
                    <a:pt x="458470" y="248920"/>
                    <a:pt x="463550" y="254000"/>
                    <a:pt x="467360" y="264160"/>
                  </a:cubicBezTo>
                  <a:cubicBezTo>
                    <a:pt x="481330" y="294640"/>
                    <a:pt x="466090" y="424180"/>
                    <a:pt x="476250" y="478790"/>
                  </a:cubicBezTo>
                  <a:cubicBezTo>
                    <a:pt x="481330" y="513080"/>
                    <a:pt x="490220" y="543560"/>
                    <a:pt x="502920" y="561340"/>
                  </a:cubicBezTo>
                  <a:cubicBezTo>
                    <a:pt x="510540" y="572770"/>
                    <a:pt x="519430" y="580390"/>
                    <a:pt x="529590" y="585470"/>
                  </a:cubicBezTo>
                  <a:cubicBezTo>
                    <a:pt x="541020" y="589280"/>
                    <a:pt x="556260" y="591820"/>
                    <a:pt x="567690" y="586740"/>
                  </a:cubicBezTo>
                  <a:cubicBezTo>
                    <a:pt x="581660" y="580390"/>
                    <a:pt x="594360" y="558800"/>
                    <a:pt x="604520" y="539750"/>
                  </a:cubicBezTo>
                  <a:cubicBezTo>
                    <a:pt x="614680" y="519430"/>
                    <a:pt x="619760" y="499110"/>
                    <a:pt x="622300" y="467360"/>
                  </a:cubicBezTo>
                  <a:cubicBezTo>
                    <a:pt x="627380" y="412750"/>
                    <a:pt x="589280" y="260350"/>
                    <a:pt x="608330" y="237490"/>
                  </a:cubicBezTo>
                  <a:cubicBezTo>
                    <a:pt x="615950" y="228600"/>
                    <a:pt x="632460" y="229870"/>
                    <a:pt x="642620" y="234950"/>
                  </a:cubicBezTo>
                  <a:cubicBezTo>
                    <a:pt x="654050" y="242570"/>
                    <a:pt x="660400" y="266700"/>
                    <a:pt x="668020" y="292100"/>
                  </a:cubicBezTo>
                  <a:cubicBezTo>
                    <a:pt x="683260" y="341630"/>
                    <a:pt x="684530" y="490220"/>
                    <a:pt x="704850" y="518160"/>
                  </a:cubicBezTo>
                  <a:cubicBezTo>
                    <a:pt x="711200" y="528320"/>
                    <a:pt x="718820" y="530860"/>
                    <a:pt x="726440" y="532130"/>
                  </a:cubicBezTo>
                  <a:cubicBezTo>
                    <a:pt x="736600" y="533400"/>
                    <a:pt x="748030" y="529590"/>
                    <a:pt x="758190" y="524510"/>
                  </a:cubicBezTo>
                  <a:cubicBezTo>
                    <a:pt x="767080" y="519430"/>
                    <a:pt x="777240" y="513080"/>
                    <a:pt x="784860" y="502920"/>
                  </a:cubicBezTo>
                  <a:cubicBezTo>
                    <a:pt x="792480" y="490220"/>
                    <a:pt x="798830" y="474980"/>
                    <a:pt x="800100" y="453390"/>
                  </a:cubicBezTo>
                  <a:cubicBezTo>
                    <a:pt x="803910" y="411480"/>
                    <a:pt x="787400" y="314960"/>
                    <a:pt x="774700" y="273050"/>
                  </a:cubicBezTo>
                  <a:cubicBezTo>
                    <a:pt x="767080" y="247650"/>
                    <a:pt x="746760" y="231140"/>
                    <a:pt x="746760" y="215900"/>
                  </a:cubicBezTo>
                  <a:cubicBezTo>
                    <a:pt x="746760" y="204470"/>
                    <a:pt x="749300" y="195580"/>
                    <a:pt x="759460" y="186690"/>
                  </a:cubicBezTo>
                  <a:cubicBezTo>
                    <a:pt x="793750" y="157480"/>
                    <a:pt x="1005840" y="93980"/>
                    <a:pt x="1050290" y="102870"/>
                  </a:cubicBezTo>
                  <a:cubicBezTo>
                    <a:pt x="1064260" y="105410"/>
                    <a:pt x="1075690" y="114300"/>
                    <a:pt x="1076960" y="121920"/>
                  </a:cubicBezTo>
                  <a:cubicBezTo>
                    <a:pt x="1078230" y="130810"/>
                    <a:pt x="1059180" y="151130"/>
                    <a:pt x="1060450" y="151130"/>
                  </a:cubicBezTo>
                  <a:cubicBezTo>
                    <a:pt x="1061720" y="152400"/>
                    <a:pt x="1074420" y="130810"/>
                    <a:pt x="1076960" y="132080"/>
                  </a:cubicBezTo>
                  <a:cubicBezTo>
                    <a:pt x="1088390" y="138430"/>
                    <a:pt x="969010" y="595630"/>
                    <a:pt x="927100" y="622300"/>
                  </a:cubicBezTo>
                  <a:cubicBezTo>
                    <a:pt x="916940" y="628650"/>
                    <a:pt x="904240" y="623570"/>
                    <a:pt x="897890" y="618490"/>
                  </a:cubicBezTo>
                  <a:cubicBezTo>
                    <a:pt x="892810" y="613410"/>
                    <a:pt x="887730" y="604520"/>
                    <a:pt x="890270" y="595630"/>
                  </a:cubicBezTo>
                  <a:cubicBezTo>
                    <a:pt x="892810" y="582930"/>
                    <a:pt x="919480" y="562610"/>
                    <a:pt x="938530" y="548640"/>
                  </a:cubicBezTo>
                  <a:cubicBezTo>
                    <a:pt x="960120" y="533400"/>
                    <a:pt x="984250" y="518160"/>
                    <a:pt x="1012190" y="510540"/>
                  </a:cubicBezTo>
                  <a:cubicBezTo>
                    <a:pt x="1043940" y="501650"/>
                    <a:pt x="1099820" y="513080"/>
                    <a:pt x="1121410" y="504190"/>
                  </a:cubicBezTo>
                  <a:cubicBezTo>
                    <a:pt x="1132840" y="500380"/>
                    <a:pt x="1136650" y="495300"/>
                    <a:pt x="1144270" y="486410"/>
                  </a:cubicBezTo>
                  <a:cubicBezTo>
                    <a:pt x="1154430" y="472440"/>
                    <a:pt x="1163320" y="445770"/>
                    <a:pt x="1169670" y="421640"/>
                  </a:cubicBezTo>
                  <a:cubicBezTo>
                    <a:pt x="1178560" y="392430"/>
                    <a:pt x="1184910" y="354330"/>
                    <a:pt x="1187450" y="321310"/>
                  </a:cubicBezTo>
                  <a:cubicBezTo>
                    <a:pt x="1189990" y="288290"/>
                    <a:pt x="1187450" y="250190"/>
                    <a:pt x="1182370" y="220980"/>
                  </a:cubicBezTo>
                  <a:cubicBezTo>
                    <a:pt x="1178560" y="196850"/>
                    <a:pt x="1173480" y="176530"/>
                    <a:pt x="1163320" y="157480"/>
                  </a:cubicBezTo>
                  <a:cubicBezTo>
                    <a:pt x="1154430" y="138430"/>
                    <a:pt x="1129030" y="120650"/>
                    <a:pt x="1125220" y="106680"/>
                  </a:cubicBezTo>
                  <a:cubicBezTo>
                    <a:pt x="1122680" y="97790"/>
                    <a:pt x="1121410" y="90170"/>
                    <a:pt x="1129030" y="83820"/>
                  </a:cubicBezTo>
                  <a:cubicBezTo>
                    <a:pt x="1145540" y="67310"/>
                    <a:pt x="1236980" y="78740"/>
                    <a:pt x="1286510" y="67310"/>
                  </a:cubicBezTo>
                  <a:cubicBezTo>
                    <a:pt x="1333500" y="57150"/>
                    <a:pt x="1393190" y="19050"/>
                    <a:pt x="1418590" y="20320"/>
                  </a:cubicBezTo>
                  <a:cubicBezTo>
                    <a:pt x="1428750" y="20320"/>
                    <a:pt x="1436370" y="24130"/>
                    <a:pt x="1440180" y="29210"/>
                  </a:cubicBezTo>
                  <a:cubicBezTo>
                    <a:pt x="1445260" y="34290"/>
                    <a:pt x="1446530" y="40640"/>
                    <a:pt x="1445260" y="52070"/>
                  </a:cubicBezTo>
                  <a:cubicBezTo>
                    <a:pt x="1443990" y="91440"/>
                    <a:pt x="1389380" y="226060"/>
                    <a:pt x="1370330" y="299720"/>
                  </a:cubicBezTo>
                  <a:cubicBezTo>
                    <a:pt x="1356360" y="358140"/>
                    <a:pt x="1358900" y="438150"/>
                    <a:pt x="1338580" y="461010"/>
                  </a:cubicBezTo>
                  <a:cubicBezTo>
                    <a:pt x="1329690" y="471170"/>
                    <a:pt x="1305560" y="473710"/>
                    <a:pt x="1304290" y="472440"/>
                  </a:cubicBezTo>
                  <a:cubicBezTo>
                    <a:pt x="1303020" y="468630"/>
                    <a:pt x="1337310" y="440690"/>
                    <a:pt x="1353820" y="433070"/>
                  </a:cubicBezTo>
                  <a:cubicBezTo>
                    <a:pt x="1369060" y="425450"/>
                    <a:pt x="1380490" y="422910"/>
                    <a:pt x="1398270" y="422910"/>
                  </a:cubicBezTo>
                  <a:cubicBezTo>
                    <a:pt x="1424940" y="421640"/>
                    <a:pt x="1473200" y="441960"/>
                    <a:pt x="1499870" y="440690"/>
                  </a:cubicBezTo>
                  <a:cubicBezTo>
                    <a:pt x="1516380" y="440690"/>
                    <a:pt x="1527810" y="439420"/>
                    <a:pt x="1541780" y="433070"/>
                  </a:cubicBezTo>
                  <a:cubicBezTo>
                    <a:pt x="1560830" y="424180"/>
                    <a:pt x="1582420" y="405130"/>
                    <a:pt x="1598930" y="386080"/>
                  </a:cubicBezTo>
                  <a:cubicBezTo>
                    <a:pt x="1617980" y="365760"/>
                    <a:pt x="1635760" y="339090"/>
                    <a:pt x="1647190" y="312420"/>
                  </a:cubicBezTo>
                  <a:cubicBezTo>
                    <a:pt x="1659890" y="287020"/>
                    <a:pt x="1666240" y="259080"/>
                    <a:pt x="1671320" y="228600"/>
                  </a:cubicBezTo>
                  <a:cubicBezTo>
                    <a:pt x="1677670" y="194310"/>
                    <a:pt x="1684020" y="149860"/>
                    <a:pt x="1680210" y="120650"/>
                  </a:cubicBezTo>
                  <a:cubicBezTo>
                    <a:pt x="1676400" y="99060"/>
                    <a:pt x="1672590" y="71120"/>
                    <a:pt x="1658620" y="64770"/>
                  </a:cubicBezTo>
                  <a:cubicBezTo>
                    <a:pt x="1643380" y="58420"/>
                    <a:pt x="1602740" y="74930"/>
                    <a:pt x="1586230" y="93980"/>
                  </a:cubicBezTo>
                  <a:cubicBezTo>
                    <a:pt x="1564640" y="118110"/>
                    <a:pt x="1554480" y="170180"/>
                    <a:pt x="1551940" y="209550"/>
                  </a:cubicBezTo>
                  <a:cubicBezTo>
                    <a:pt x="1550670" y="246380"/>
                    <a:pt x="1558290" y="290830"/>
                    <a:pt x="1573530" y="322580"/>
                  </a:cubicBezTo>
                  <a:cubicBezTo>
                    <a:pt x="1587500" y="351790"/>
                    <a:pt x="1610360" y="379730"/>
                    <a:pt x="1637030" y="394970"/>
                  </a:cubicBezTo>
                  <a:cubicBezTo>
                    <a:pt x="1664970" y="408940"/>
                    <a:pt x="1711960" y="410210"/>
                    <a:pt x="1739900" y="407670"/>
                  </a:cubicBezTo>
                  <a:cubicBezTo>
                    <a:pt x="1758950" y="405130"/>
                    <a:pt x="1772920" y="401320"/>
                    <a:pt x="1789430" y="392430"/>
                  </a:cubicBezTo>
                  <a:cubicBezTo>
                    <a:pt x="1808480" y="382270"/>
                    <a:pt x="1830070" y="364490"/>
                    <a:pt x="1842770" y="347980"/>
                  </a:cubicBezTo>
                  <a:cubicBezTo>
                    <a:pt x="1852930" y="335280"/>
                    <a:pt x="1860550" y="323850"/>
                    <a:pt x="1864360" y="307340"/>
                  </a:cubicBezTo>
                  <a:cubicBezTo>
                    <a:pt x="1869440" y="284480"/>
                    <a:pt x="1870710" y="252730"/>
                    <a:pt x="1865630" y="219710"/>
                  </a:cubicBezTo>
                  <a:cubicBezTo>
                    <a:pt x="1858010" y="175260"/>
                    <a:pt x="1799590" y="83820"/>
                    <a:pt x="1809750" y="63500"/>
                  </a:cubicBezTo>
                  <a:cubicBezTo>
                    <a:pt x="1813560" y="54610"/>
                    <a:pt x="1831340" y="50800"/>
                    <a:pt x="1838960" y="54610"/>
                  </a:cubicBezTo>
                  <a:cubicBezTo>
                    <a:pt x="1850390" y="59690"/>
                    <a:pt x="1849120" y="93980"/>
                    <a:pt x="1863090" y="105410"/>
                  </a:cubicBezTo>
                  <a:cubicBezTo>
                    <a:pt x="1879600" y="119380"/>
                    <a:pt x="1912620" y="129540"/>
                    <a:pt x="1939290" y="124460"/>
                  </a:cubicBezTo>
                  <a:cubicBezTo>
                    <a:pt x="1973580" y="118110"/>
                    <a:pt x="2032000" y="36830"/>
                    <a:pt x="2049780" y="45720"/>
                  </a:cubicBezTo>
                  <a:cubicBezTo>
                    <a:pt x="2068830" y="57150"/>
                    <a:pt x="2037080" y="154940"/>
                    <a:pt x="2040890" y="199390"/>
                  </a:cubicBezTo>
                  <a:cubicBezTo>
                    <a:pt x="2043430" y="233680"/>
                    <a:pt x="2051050" y="261620"/>
                    <a:pt x="2062480" y="292100"/>
                  </a:cubicBezTo>
                  <a:cubicBezTo>
                    <a:pt x="2075180" y="321310"/>
                    <a:pt x="2113280" y="356870"/>
                    <a:pt x="2112010" y="375920"/>
                  </a:cubicBezTo>
                  <a:cubicBezTo>
                    <a:pt x="2110740" y="387350"/>
                    <a:pt x="2101850" y="398780"/>
                    <a:pt x="2094230" y="401320"/>
                  </a:cubicBezTo>
                  <a:cubicBezTo>
                    <a:pt x="2086610" y="403860"/>
                    <a:pt x="2068830" y="398780"/>
                    <a:pt x="2065020" y="391160"/>
                  </a:cubicBezTo>
                  <a:cubicBezTo>
                    <a:pt x="2061210" y="383540"/>
                    <a:pt x="2066290" y="359410"/>
                    <a:pt x="2073910" y="355600"/>
                  </a:cubicBezTo>
                  <a:cubicBezTo>
                    <a:pt x="2081530" y="350520"/>
                    <a:pt x="2104390" y="358140"/>
                    <a:pt x="2109470" y="365760"/>
                  </a:cubicBezTo>
                  <a:cubicBezTo>
                    <a:pt x="2113280" y="372110"/>
                    <a:pt x="2109470" y="391160"/>
                    <a:pt x="2103120" y="396240"/>
                  </a:cubicBezTo>
                  <a:cubicBezTo>
                    <a:pt x="2096770" y="401320"/>
                    <a:pt x="2078990" y="400050"/>
                    <a:pt x="2066290" y="393700"/>
                  </a:cubicBezTo>
                  <a:cubicBezTo>
                    <a:pt x="2047240" y="381000"/>
                    <a:pt x="2026920" y="337820"/>
                    <a:pt x="2014220" y="306070"/>
                  </a:cubicBezTo>
                  <a:cubicBezTo>
                    <a:pt x="2001520" y="274320"/>
                    <a:pt x="1993900" y="237490"/>
                    <a:pt x="1990090" y="203200"/>
                  </a:cubicBezTo>
                  <a:cubicBezTo>
                    <a:pt x="1986280" y="168910"/>
                    <a:pt x="1985010" y="130810"/>
                    <a:pt x="1987550" y="100330"/>
                  </a:cubicBezTo>
                  <a:cubicBezTo>
                    <a:pt x="1991360" y="74930"/>
                    <a:pt x="1996440" y="46990"/>
                    <a:pt x="2005330" y="31750"/>
                  </a:cubicBezTo>
                  <a:cubicBezTo>
                    <a:pt x="2010410" y="21590"/>
                    <a:pt x="2016760" y="12700"/>
                    <a:pt x="2025650" y="11430"/>
                  </a:cubicBezTo>
                  <a:cubicBezTo>
                    <a:pt x="2037080" y="8890"/>
                    <a:pt x="2063750" y="17780"/>
                    <a:pt x="2070100" y="27940"/>
                  </a:cubicBezTo>
                  <a:cubicBezTo>
                    <a:pt x="2075180" y="35560"/>
                    <a:pt x="2073910" y="46990"/>
                    <a:pt x="2071370" y="58420"/>
                  </a:cubicBezTo>
                  <a:cubicBezTo>
                    <a:pt x="2067560" y="76200"/>
                    <a:pt x="2054860" y="105410"/>
                    <a:pt x="2038350" y="123190"/>
                  </a:cubicBezTo>
                  <a:cubicBezTo>
                    <a:pt x="2021840" y="142240"/>
                    <a:pt x="1996440" y="161290"/>
                    <a:pt x="1972310" y="170180"/>
                  </a:cubicBezTo>
                  <a:cubicBezTo>
                    <a:pt x="1949450" y="177800"/>
                    <a:pt x="1920240" y="177800"/>
                    <a:pt x="1898650" y="175260"/>
                  </a:cubicBezTo>
                  <a:cubicBezTo>
                    <a:pt x="1879600" y="171450"/>
                    <a:pt x="1861820" y="165100"/>
                    <a:pt x="1846580" y="153670"/>
                  </a:cubicBezTo>
                  <a:cubicBezTo>
                    <a:pt x="1828800" y="140970"/>
                    <a:pt x="1805940" y="121920"/>
                    <a:pt x="1798320" y="101600"/>
                  </a:cubicBezTo>
                  <a:cubicBezTo>
                    <a:pt x="1789430" y="81280"/>
                    <a:pt x="1786890" y="45720"/>
                    <a:pt x="1797050" y="34290"/>
                  </a:cubicBezTo>
                  <a:cubicBezTo>
                    <a:pt x="1804670" y="24130"/>
                    <a:pt x="1827530" y="21590"/>
                    <a:pt x="1840230" y="26670"/>
                  </a:cubicBezTo>
                  <a:cubicBezTo>
                    <a:pt x="1854200" y="31750"/>
                    <a:pt x="1864360" y="54610"/>
                    <a:pt x="1874520" y="73660"/>
                  </a:cubicBezTo>
                  <a:cubicBezTo>
                    <a:pt x="1888490" y="101600"/>
                    <a:pt x="1902460" y="144780"/>
                    <a:pt x="1910080" y="179070"/>
                  </a:cubicBezTo>
                  <a:cubicBezTo>
                    <a:pt x="1916430" y="212090"/>
                    <a:pt x="1920240" y="243840"/>
                    <a:pt x="1917700" y="275590"/>
                  </a:cubicBezTo>
                  <a:cubicBezTo>
                    <a:pt x="1915160" y="304800"/>
                    <a:pt x="1910080" y="337820"/>
                    <a:pt x="1897380" y="361950"/>
                  </a:cubicBezTo>
                  <a:cubicBezTo>
                    <a:pt x="1884680" y="383540"/>
                    <a:pt x="1866900" y="400050"/>
                    <a:pt x="1846580" y="415290"/>
                  </a:cubicBezTo>
                  <a:cubicBezTo>
                    <a:pt x="1826260" y="430530"/>
                    <a:pt x="1802130" y="444500"/>
                    <a:pt x="1774190" y="452120"/>
                  </a:cubicBezTo>
                  <a:cubicBezTo>
                    <a:pt x="1742440" y="461010"/>
                    <a:pt x="1692910" y="462280"/>
                    <a:pt x="1661160" y="455930"/>
                  </a:cubicBezTo>
                  <a:cubicBezTo>
                    <a:pt x="1638300" y="452120"/>
                    <a:pt x="1621790" y="444500"/>
                    <a:pt x="1601470" y="430530"/>
                  </a:cubicBezTo>
                  <a:cubicBezTo>
                    <a:pt x="1576070" y="411480"/>
                    <a:pt x="1543050" y="377190"/>
                    <a:pt x="1526540" y="340360"/>
                  </a:cubicBezTo>
                  <a:cubicBezTo>
                    <a:pt x="1508760" y="302260"/>
                    <a:pt x="1501140" y="247650"/>
                    <a:pt x="1502410" y="203200"/>
                  </a:cubicBezTo>
                  <a:cubicBezTo>
                    <a:pt x="1503680" y="162560"/>
                    <a:pt x="1513840" y="115570"/>
                    <a:pt x="1530350" y="86360"/>
                  </a:cubicBezTo>
                  <a:cubicBezTo>
                    <a:pt x="1543050" y="63500"/>
                    <a:pt x="1560830" y="45720"/>
                    <a:pt x="1578610" y="34290"/>
                  </a:cubicBezTo>
                  <a:cubicBezTo>
                    <a:pt x="1595120" y="22860"/>
                    <a:pt x="1615440" y="16510"/>
                    <a:pt x="1634490" y="15240"/>
                  </a:cubicBezTo>
                  <a:cubicBezTo>
                    <a:pt x="1652270" y="13970"/>
                    <a:pt x="1676400" y="13970"/>
                    <a:pt x="1691640" y="25400"/>
                  </a:cubicBezTo>
                  <a:cubicBezTo>
                    <a:pt x="1711960" y="41910"/>
                    <a:pt x="1725930" y="87630"/>
                    <a:pt x="1731010" y="121920"/>
                  </a:cubicBezTo>
                  <a:cubicBezTo>
                    <a:pt x="1736090" y="160020"/>
                    <a:pt x="1729740" y="203200"/>
                    <a:pt x="1719580" y="242570"/>
                  </a:cubicBezTo>
                  <a:cubicBezTo>
                    <a:pt x="1710690" y="287020"/>
                    <a:pt x="1694180" y="335280"/>
                    <a:pt x="1671320" y="373380"/>
                  </a:cubicBezTo>
                  <a:cubicBezTo>
                    <a:pt x="1649730" y="408940"/>
                    <a:pt x="1612900" y="447040"/>
                    <a:pt x="1588770" y="464820"/>
                  </a:cubicBezTo>
                  <a:cubicBezTo>
                    <a:pt x="1574800" y="474980"/>
                    <a:pt x="1565910" y="477520"/>
                    <a:pt x="1551940" y="482600"/>
                  </a:cubicBezTo>
                  <a:cubicBezTo>
                    <a:pt x="1535430" y="487680"/>
                    <a:pt x="1515110" y="492760"/>
                    <a:pt x="1494790" y="491490"/>
                  </a:cubicBezTo>
                  <a:cubicBezTo>
                    <a:pt x="1468120" y="491490"/>
                    <a:pt x="1435100" y="471170"/>
                    <a:pt x="1404620" y="472440"/>
                  </a:cubicBezTo>
                  <a:cubicBezTo>
                    <a:pt x="1371600" y="474980"/>
                    <a:pt x="1319530" y="519430"/>
                    <a:pt x="1301750" y="509270"/>
                  </a:cubicBezTo>
                  <a:cubicBezTo>
                    <a:pt x="1289050" y="502920"/>
                    <a:pt x="1289050" y="477520"/>
                    <a:pt x="1287780" y="454660"/>
                  </a:cubicBezTo>
                  <a:cubicBezTo>
                    <a:pt x="1287780" y="414020"/>
                    <a:pt x="1306830" y="346710"/>
                    <a:pt x="1322070" y="285750"/>
                  </a:cubicBezTo>
                  <a:cubicBezTo>
                    <a:pt x="1339850" y="214630"/>
                    <a:pt x="1372870" y="92710"/>
                    <a:pt x="1394460" y="52070"/>
                  </a:cubicBezTo>
                  <a:cubicBezTo>
                    <a:pt x="1402080" y="35560"/>
                    <a:pt x="1409700" y="21590"/>
                    <a:pt x="1418590" y="20320"/>
                  </a:cubicBezTo>
                  <a:cubicBezTo>
                    <a:pt x="1426210" y="19050"/>
                    <a:pt x="1441450" y="26670"/>
                    <a:pt x="1443990" y="34290"/>
                  </a:cubicBezTo>
                  <a:cubicBezTo>
                    <a:pt x="1446530" y="41910"/>
                    <a:pt x="1443990" y="57150"/>
                    <a:pt x="1435100" y="67310"/>
                  </a:cubicBezTo>
                  <a:cubicBezTo>
                    <a:pt x="1414780" y="87630"/>
                    <a:pt x="1334770" y="107950"/>
                    <a:pt x="1292860" y="118110"/>
                  </a:cubicBezTo>
                  <a:cubicBezTo>
                    <a:pt x="1262380" y="124460"/>
                    <a:pt x="1236980" y="128270"/>
                    <a:pt x="1209040" y="127000"/>
                  </a:cubicBezTo>
                  <a:cubicBezTo>
                    <a:pt x="1182370" y="127000"/>
                    <a:pt x="1144270" y="128270"/>
                    <a:pt x="1131570" y="116840"/>
                  </a:cubicBezTo>
                  <a:cubicBezTo>
                    <a:pt x="1125220" y="110490"/>
                    <a:pt x="1122680" y="96520"/>
                    <a:pt x="1125220" y="88900"/>
                  </a:cubicBezTo>
                  <a:cubicBezTo>
                    <a:pt x="1129030" y="81280"/>
                    <a:pt x="1145540" y="72390"/>
                    <a:pt x="1155700" y="73660"/>
                  </a:cubicBezTo>
                  <a:cubicBezTo>
                    <a:pt x="1169670" y="76200"/>
                    <a:pt x="1186180" y="95250"/>
                    <a:pt x="1197610" y="115570"/>
                  </a:cubicBezTo>
                  <a:cubicBezTo>
                    <a:pt x="1216660" y="149860"/>
                    <a:pt x="1234440" y="218440"/>
                    <a:pt x="1236980" y="271780"/>
                  </a:cubicBezTo>
                  <a:cubicBezTo>
                    <a:pt x="1240790" y="327660"/>
                    <a:pt x="1228090" y="397510"/>
                    <a:pt x="1216660" y="443230"/>
                  </a:cubicBezTo>
                  <a:cubicBezTo>
                    <a:pt x="1207770" y="473710"/>
                    <a:pt x="1196340" y="501650"/>
                    <a:pt x="1182370" y="519430"/>
                  </a:cubicBezTo>
                  <a:cubicBezTo>
                    <a:pt x="1170940" y="533400"/>
                    <a:pt x="1160780" y="542290"/>
                    <a:pt x="1143000" y="548640"/>
                  </a:cubicBezTo>
                  <a:cubicBezTo>
                    <a:pt x="1112520" y="561340"/>
                    <a:pt x="1047750" y="548640"/>
                    <a:pt x="1009650" y="563880"/>
                  </a:cubicBezTo>
                  <a:cubicBezTo>
                    <a:pt x="975360" y="576580"/>
                    <a:pt x="942340" y="624840"/>
                    <a:pt x="920750" y="624840"/>
                  </a:cubicBezTo>
                  <a:cubicBezTo>
                    <a:pt x="908050" y="624840"/>
                    <a:pt x="895350" y="617220"/>
                    <a:pt x="890270" y="601980"/>
                  </a:cubicBezTo>
                  <a:cubicBezTo>
                    <a:pt x="872490" y="549910"/>
                    <a:pt x="979170" y="251460"/>
                    <a:pt x="1012190" y="170180"/>
                  </a:cubicBezTo>
                  <a:cubicBezTo>
                    <a:pt x="1026160" y="137160"/>
                    <a:pt x="1036320" y="105410"/>
                    <a:pt x="1050290" y="102870"/>
                  </a:cubicBezTo>
                  <a:cubicBezTo>
                    <a:pt x="1057910" y="100330"/>
                    <a:pt x="1075690" y="114300"/>
                    <a:pt x="1076960" y="121920"/>
                  </a:cubicBezTo>
                  <a:cubicBezTo>
                    <a:pt x="1078230" y="130810"/>
                    <a:pt x="1071880" y="142240"/>
                    <a:pt x="1060450" y="151130"/>
                  </a:cubicBezTo>
                  <a:cubicBezTo>
                    <a:pt x="1031240" y="175260"/>
                    <a:pt x="909320" y="204470"/>
                    <a:pt x="857250" y="214630"/>
                  </a:cubicBezTo>
                  <a:cubicBezTo>
                    <a:pt x="825500" y="222250"/>
                    <a:pt x="779780" y="224790"/>
                    <a:pt x="779780" y="224790"/>
                  </a:cubicBezTo>
                  <a:cubicBezTo>
                    <a:pt x="779780" y="223520"/>
                    <a:pt x="800100" y="215900"/>
                    <a:pt x="806450" y="219710"/>
                  </a:cubicBezTo>
                  <a:cubicBezTo>
                    <a:pt x="815340" y="224790"/>
                    <a:pt x="819150" y="242570"/>
                    <a:pt x="824230" y="261620"/>
                  </a:cubicBezTo>
                  <a:cubicBezTo>
                    <a:pt x="833120" y="294640"/>
                    <a:pt x="848360" y="364490"/>
                    <a:pt x="849630" y="407670"/>
                  </a:cubicBezTo>
                  <a:cubicBezTo>
                    <a:pt x="850900" y="441960"/>
                    <a:pt x="848360" y="473710"/>
                    <a:pt x="838200" y="499110"/>
                  </a:cubicBezTo>
                  <a:cubicBezTo>
                    <a:pt x="830580" y="523240"/>
                    <a:pt x="816610" y="546100"/>
                    <a:pt x="798830" y="560070"/>
                  </a:cubicBezTo>
                  <a:cubicBezTo>
                    <a:pt x="781050" y="574040"/>
                    <a:pt x="751840" y="584200"/>
                    <a:pt x="728980" y="582930"/>
                  </a:cubicBezTo>
                  <a:cubicBezTo>
                    <a:pt x="708660" y="580390"/>
                    <a:pt x="683260" y="568960"/>
                    <a:pt x="669290" y="552450"/>
                  </a:cubicBezTo>
                  <a:cubicBezTo>
                    <a:pt x="652780" y="535940"/>
                    <a:pt x="643890" y="506730"/>
                    <a:pt x="638810" y="480060"/>
                  </a:cubicBezTo>
                  <a:cubicBezTo>
                    <a:pt x="631190" y="450850"/>
                    <a:pt x="638810" y="420370"/>
                    <a:pt x="633730" y="387350"/>
                  </a:cubicBezTo>
                  <a:cubicBezTo>
                    <a:pt x="627380" y="347980"/>
                    <a:pt x="595630" y="287020"/>
                    <a:pt x="601980" y="260350"/>
                  </a:cubicBezTo>
                  <a:cubicBezTo>
                    <a:pt x="604520" y="245110"/>
                    <a:pt x="615950" y="231140"/>
                    <a:pt x="624840" y="229870"/>
                  </a:cubicBezTo>
                  <a:cubicBezTo>
                    <a:pt x="633730" y="228600"/>
                    <a:pt x="643890" y="237490"/>
                    <a:pt x="651510" y="250190"/>
                  </a:cubicBezTo>
                  <a:cubicBezTo>
                    <a:pt x="668020" y="278130"/>
                    <a:pt x="679450" y="365760"/>
                    <a:pt x="678180" y="420370"/>
                  </a:cubicBezTo>
                  <a:cubicBezTo>
                    <a:pt x="675640" y="471170"/>
                    <a:pt x="666750" y="529590"/>
                    <a:pt x="646430" y="567690"/>
                  </a:cubicBezTo>
                  <a:cubicBezTo>
                    <a:pt x="631190" y="596900"/>
                    <a:pt x="605790" y="624840"/>
                    <a:pt x="581660" y="635000"/>
                  </a:cubicBezTo>
                  <a:cubicBezTo>
                    <a:pt x="562610" y="643890"/>
                    <a:pt x="535940" y="641350"/>
                    <a:pt x="519430" y="637540"/>
                  </a:cubicBezTo>
                  <a:cubicBezTo>
                    <a:pt x="505460" y="633730"/>
                    <a:pt x="496570" y="626110"/>
                    <a:pt x="486410" y="617220"/>
                  </a:cubicBezTo>
                  <a:cubicBezTo>
                    <a:pt x="476250" y="608330"/>
                    <a:pt x="466090" y="600710"/>
                    <a:pt x="457200" y="585470"/>
                  </a:cubicBezTo>
                  <a:cubicBezTo>
                    <a:pt x="444500" y="561340"/>
                    <a:pt x="431800" y="521970"/>
                    <a:pt x="425450" y="480060"/>
                  </a:cubicBezTo>
                  <a:cubicBezTo>
                    <a:pt x="415290" y="422910"/>
                    <a:pt x="406400" y="308610"/>
                    <a:pt x="417830" y="273050"/>
                  </a:cubicBezTo>
                  <a:cubicBezTo>
                    <a:pt x="422910" y="257810"/>
                    <a:pt x="430530" y="247650"/>
                    <a:pt x="439420" y="246380"/>
                  </a:cubicBezTo>
                  <a:cubicBezTo>
                    <a:pt x="447040" y="245110"/>
                    <a:pt x="461010" y="252730"/>
                    <a:pt x="467360" y="264160"/>
                  </a:cubicBezTo>
                  <a:cubicBezTo>
                    <a:pt x="482600" y="285750"/>
                    <a:pt x="483870" y="355600"/>
                    <a:pt x="486410" y="397510"/>
                  </a:cubicBezTo>
                  <a:cubicBezTo>
                    <a:pt x="487680" y="434340"/>
                    <a:pt x="488950" y="469900"/>
                    <a:pt x="483870" y="500380"/>
                  </a:cubicBezTo>
                  <a:cubicBezTo>
                    <a:pt x="480060" y="524510"/>
                    <a:pt x="472440" y="547370"/>
                    <a:pt x="462280" y="567690"/>
                  </a:cubicBezTo>
                  <a:cubicBezTo>
                    <a:pt x="453390" y="585470"/>
                    <a:pt x="443230" y="600710"/>
                    <a:pt x="429260" y="613410"/>
                  </a:cubicBezTo>
                  <a:cubicBezTo>
                    <a:pt x="415290" y="627380"/>
                    <a:pt x="401320" y="637540"/>
                    <a:pt x="377190" y="646430"/>
                  </a:cubicBezTo>
                  <a:cubicBezTo>
                    <a:pt x="335280" y="661670"/>
                    <a:pt x="245110" y="674370"/>
                    <a:pt x="185420" y="670560"/>
                  </a:cubicBezTo>
                  <a:cubicBezTo>
                    <a:pt x="134620" y="669290"/>
                    <a:pt x="48260" y="655320"/>
                    <a:pt x="41910" y="637540"/>
                  </a:cubicBezTo>
                  <a:cubicBezTo>
                    <a:pt x="39370" y="628650"/>
                    <a:pt x="58420" y="608330"/>
                    <a:pt x="71120" y="604520"/>
                  </a:cubicBezTo>
                  <a:cubicBezTo>
                    <a:pt x="86360" y="601980"/>
                    <a:pt x="105410" y="627380"/>
                    <a:pt x="128270" y="628650"/>
                  </a:cubicBezTo>
                  <a:cubicBezTo>
                    <a:pt x="160020" y="629920"/>
                    <a:pt x="217170" y="605790"/>
                    <a:pt x="250190" y="590550"/>
                  </a:cubicBezTo>
                  <a:cubicBezTo>
                    <a:pt x="275590" y="577850"/>
                    <a:pt x="295910" y="565150"/>
                    <a:pt x="311150" y="546100"/>
                  </a:cubicBezTo>
                  <a:cubicBezTo>
                    <a:pt x="326390" y="527050"/>
                    <a:pt x="337820" y="500380"/>
                    <a:pt x="339090" y="476250"/>
                  </a:cubicBezTo>
                  <a:cubicBezTo>
                    <a:pt x="341630" y="452120"/>
                    <a:pt x="334010" y="419100"/>
                    <a:pt x="322580" y="398780"/>
                  </a:cubicBezTo>
                  <a:cubicBezTo>
                    <a:pt x="312420" y="382270"/>
                    <a:pt x="295910" y="368300"/>
                    <a:pt x="278130" y="361950"/>
                  </a:cubicBezTo>
                  <a:cubicBezTo>
                    <a:pt x="259080" y="355600"/>
                    <a:pt x="237490" y="355600"/>
                    <a:pt x="212090" y="363220"/>
                  </a:cubicBezTo>
                  <a:cubicBezTo>
                    <a:pt x="173990" y="372110"/>
                    <a:pt x="95250" y="441960"/>
                    <a:pt x="76200" y="434340"/>
                  </a:cubicBezTo>
                  <a:cubicBezTo>
                    <a:pt x="68580" y="431800"/>
                    <a:pt x="63500" y="417830"/>
                    <a:pt x="66040" y="408940"/>
                  </a:cubicBezTo>
                  <a:cubicBezTo>
                    <a:pt x="72390" y="391160"/>
                    <a:pt x="138430" y="375920"/>
                    <a:pt x="165100" y="347980"/>
                  </a:cubicBezTo>
                  <a:cubicBezTo>
                    <a:pt x="195580" y="316230"/>
                    <a:pt x="222250" y="260350"/>
                    <a:pt x="234950" y="222250"/>
                  </a:cubicBezTo>
                  <a:cubicBezTo>
                    <a:pt x="245110" y="193040"/>
                    <a:pt x="246380" y="168910"/>
                    <a:pt x="246380" y="142240"/>
                  </a:cubicBezTo>
                  <a:cubicBezTo>
                    <a:pt x="246380" y="114300"/>
                    <a:pt x="251460" y="71120"/>
                    <a:pt x="236220" y="57150"/>
                  </a:cubicBezTo>
                  <a:cubicBezTo>
                    <a:pt x="220980" y="44450"/>
                    <a:pt x="180340" y="50800"/>
                    <a:pt x="157480" y="57150"/>
                  </a:cubicBezTo>
                  <a:cubicBezTo>
                    <a:pt x="137160" y="62230"/>
                    <a:pt x="119380" y="72390"/>
                    <a:pt x="105410" y="87630"/>
                  </a:cubicBezTo>
                  <a:cubicBezTo>
                    <a:pt x="90170" y="104140"/>
                    <a:pt x="80010" y="123190"/>
                    <a:pt x="73660" y="158750"/>
                  </a:cubicBezTo>
                  <a:cubicBezTo>
                    <a:pt x="55880" y="247650"/>
                    <a:pt x="120650" y="586740"/>
                    <a:pt x="96520" y="645160"/>
                  </a:cubicBezTo>
                  <a:cubicBezTo>
                    <a:pt x="88900" y="661670"/>
                    <a:pt x="76200" y="670560"/>
                    <a:pt x="67310" y="670560"/>
                  </a:cubicBezTo>
                  <a:cubicBezTo>
                    <a:pt x="59690" y="670560"/>
                    <a:pt x="52070" y="661670"/>
                    <a:pt x="45720" y="651510"/>
                  </a:cubicBezTo>
                  <a:cubicBezTo>
                    <a:pt x="34290" y="629920"/>
                    <a:pt x="34290" y="581660"/>
                    <a:pt x="30480" y="532130"/>
                  </a:cubicBezTo>
                  <a:cubicBezTo>
                    <a:pt x="22860" y="455930"/>
                    <a:pt x="16510" y="317500"/>
                    <a:pt x="15240" y="236220"/>
                  </a:cubicBezTo>
                  <a:cubicBezTo>
                    <a:pt x="13970" y="179070"/>
                    <a:pt x="2540" y="114300"/>
                    <a:pt x="15240" y="90170"/>
                  </a:cubicBezTo>
                  <a:cubicBezTo>
                    <a:pt x="21590" y="77470"/>
                    <a:pt x="34290" y="69850"/>
                    <a:pt x="43180" y="71120"/>
                  </a:cubicBezTo>
                  <a:cubicBezTo>
                    <a:pt x="52070" y="71120"/>
                    <a:pt x="66040" y="95250"/>
                    <a:pt x="66040" y="95250"/>
                  </a:cubicBezTo>
                </a:path>
              </a:pathLst>
            </a:custGeom>
            <a:solidFill>
              <a:srgbClr val="000000"/>
            </a:solidFill>
            <a:ln cap="sq">
              <a:noFill/>
              <a:prstDash val="solid"/>
              <a:miter/>
            </a:ln>
          </p:spPr>
        </p:sp>
      </p:grpSp>
      <p:grpSp>
        <p:nvGrpSpPr>
          <p:cNvPr name="Group 32" id="32"/>
          <p:cNvGrpSpPr/>
          <p:nvPr/>
        </p:nvGrpSpPr>
        <p:grpSpPr>
          <a:xfrm rot="0">
            <a:off x="1074420" y="8469630"/>
            <a:ext cx="2108835" cy="1139190"/>
            <a:chOff x="0" y="0"/>
            <a:chExt cx="2811780" cy="1518920"/>
          </a:xfrm>
        </p:grpSpPr>
        <p:sp>
          <p:nvSpPr>
            <p:cNvPr name="Freeform 33" id="33"/>
            <p:cNvSpPr/>
            <p:nvPr/>
          </p:nvSpPr>
          <p:spPr>
            <a:xfrm flipH="false" flipV="false" rot="0">
              <a:off x="45720" y="45720"/>
              <a:ext cx="2725420" cy="1426210"/>
            </a:xfrm>
            <a:custGeom>
              <a:avLst/>
              <a:gdLst/>
              <a:ahLst/>
              <a:cxnLst/>
              <a:rect r="r" b="b" t="t" l="l"/>
              <a:pathLst>
                <a:path h="1426210" w="2725420">
                  <a:moveTo>
                    <a:pt x="2457450" y="143510"/>
                  </a:moveTo>
                  <a:cubicBezTo>
                    <a:pt x="2278380" y="76200"/>
                    <a:pt x="2209800" y="67310"/>
                    <a:pt x="2119630" y="60960"/>
                  </a:cubicBezTo>
                  <a:cubicBezTo>
                    <a:pt x="1976120" y="49530"/>
                    <a:pt x="1737360" y="53340"/>
                    <a:pt x="1563370" y="55880"/>
                  </a:cubicBezTo>
                  <a:cubicBezTo>
                    <a:pt x="1408430" y="58420"/>
                    <a:pt x="1271270" y="58420"/>
                    <a:pt x="1126490" y="73660"/>
                  </a:cubicBezTo>
                  <a:cubicBezTo>
                    <a:pt x="981710" y="88900"/>
                    <a:pt x="816610" y="115570"/>
                    <a:pt x="694690" y="144780"/>
                  </a:cubicBezTo>
                  <a:cubicBezTo>
                    <a:pt x="600710" y="167640"/>
                    <a:pt x="527050" y="185420"/>
                    <a:pt x="450850" y="223520"/>
                  </a:cubicBezTo>
                  <a:cubicBezTo>
                    <a:pt x="372110" y="262890"/>
                    <a:pt x="284480" y="328930"/>
                    <a:pt x="229870" y="381000"/>
                  </a:cubicBezTo>
                  <a:cubicBezTo>
                    <a:pt x="190500" y="417830"/>
                    <a:pt x="166370" y="447040"/>
                    <a:pt x="140970" y="488950"/>
                  </a:cubicBezTo>
                  <a:cubicBezTo>
                    <a:pt x="111760" y="538480"/>
                    <a:pt x="82550" y="612140"/>
                    <a:pt x="67310" y="664210"/>
                  </a:cubicBezTo>
                  <a:cubicBezTo>
                    <a:pt x="55880" y="702310"/>
                    <a:pt x="49530" y="737870"/>
                    <a:pt x="49530" y="767080"/>
                  </a:cubicBezTo>
                  <a:cubicBezTo>
                    <a:pt x="49530" y="788670"/>
                    <a:pt x="55880" y="801370"/>
                    <a:pt x="59690" y="824230"/>
                  </a:cubicBezTo>
                  <a:cubicBezTo>
                    <a:pt x="67310" y="855980"/>
                    <a:pt x="74930" y="905510"/>
                    <a:pt x="88900" y="939800"/>
                  </a:cubicBezTo>
                  <a:cubicBezTo>
                    <a:pt x="102870" y="971550"/>
                    <a:pt x="120650" y="999490"/>
                    <a:pt x="142240" y="1026160"/>
                  </a:cubicBezTo>
                  <a:cubicBezTo>
                    <a:pt x="163830" y="1054100"/>
                    <a:pt x="189230" y="1080770"/>
                    <a:pt x="217170" y="1104900"/>
                  </a:cubicBezTo>
                  <a:cubicBezTo>
                    <a:pt x="247650" y="1132840"/>
                    <a:pt x="278130" y="1158240"/>
                    <a:pt x="320040" y="1182370"/>
                  </a:cubicBezTo>
                  <a:cubicBezTo>
                    <a:pt x="377190" y="1215390"/>
                    <a:pt x="453390" y="1247140"/>
                    <a:pt x="530860" y="1272540"/>
                  </a:cubicBezTo>
                  <a:cubicBezTo>
                    <a:pt x="621030" y="1303020"/>
                    <a:pt x="730250" y="1328420"/>
                    <a:pt x="828040" y="1344930"/>
                  </a:cubicBezTo>
                  <a:cubicBezTo>
                    <a:pt x="919480" y="1360170"/>
                    <a:pt x="1002030" y="1369060"/>
                    <a:pt x="1101090" y="1370330"/>
                  </a:cubicBezTo>
                  <a:cubicBezTo>
                    <a:pt x="1219200" y="1372870"/>
                    <a:pt x="1347470" y="1366520"/>
                    <a:pt x="1488440" y="1348740"/>
                  </a:cubicBezTo>
                  <a:cubicBezTo>
                    <a:pt x="1662430" y="1327150"/>
                    <a:pt x="1950720" y="1271270"/>
                    <a:pt x="2065020" y="1236980"/>
                  </a:cubicBezTo>
                  <a:cubicBezTo>
                    <a:pt x="2114550" y="1221740"/>
                    <a:pt x="2124710" y="1214120"/>
                    <a:pt x="2169160" y="1192530"/>
                  </a:cubicBezTo>
                  <a:cubicBezTo>
                    <a:pt x="2252980" y="1148080"/>
                    <a:pt x="2448560" y="1035050"/>
                    <a:pt x="2523490" y="974090"/>
                  </a:cubicBezTo>
                  <a:cubicBezTo>
                    <a:pt x="2562860" y="942340"/>
                    <a:pt x="2581910" y="924560"/>
                    <a:pt x="2604770" y="887730"/>
                  </a:cubicBezTo>
                  <a:cubicBezTo>
                    <a:pt x="2633980" y="839470"/>
                    <a:pt x="2658110" y="773430"/>
                    <a:pt x="2667000" y="702310"/>
                  </a:cubicBezTo>
                  <a:cubicBezTo>
                    <a:pt x="2679700" y="610870"/>
                    <a:pt x="2663190" y="454660"/>
                    <a:pt x="2644140" y="381000"/>
                  </a:cubicBezTo>
                  <a:cubicBezTo>
                    <a:pt x="2633980" y="339090"/>
                    <a:pt x="2620010" y="317500"/>
                    <a:pt x="2602230" y="288290"/>
                  </a:cubicBezTo>
                  <a:cubicBezTo>
                    <a:pt x="2584450" y="257810"/>
                    <a:pt x="2564130" y="227330"/>
                    <a:pt x="2540000" y="200660"/>
                  </a:cubicBezTo>
                  <a:cubicBezTo>
                    <a:pt x="2514600" y="172720"/>
                    <a:pt x="2491740" y="140970"/>
                    <a:pt x="2456180" y="123190"/>
                  </a:cubicBezTo>
                  <a:cubicBezTo>
                    <a:pt x="2413000" y="101600"/>
                    <a:pt x="2315210" y="111760"/>
                    <a:pt x="2292350" y="91440"/>
                  </a:cubicBezTo>
                  <a:cubicBezTo>
                    <a:pt x="2280920" y="82550"/>
                    <a:pt x="2277110" y="64770"/>
                    <a:pt x="2279650" y="57150"/>
                  </a:cubicBezTo>
                  <a:cubicBezTo>
                    <a:pt x="2283460" y="49530"/>
                    <a:pt x="2299970" y="43180"/>
                    <a:pt x="2307590" y="43180"/>
                  </a:cubicBezTo>
                  <a:cubicBezTo>
                    <a:pt x="2315210" y="44450"/>
                    <a:pt x="2324100" y="52070"/>
                    <a:pt x="2325370" y="58420"/>
                  </a:cubicBezTo>
                  <a:cubicBezTo>
                    <a:pt x="2327910" y="66040"/>
                    <a:pt x="2324100" y="82550"/>
                    <a:pt x="2317750" y="88900"/>
                  </a:cubicBezTo>
                  <a:cubicBezTo>
                    <a:pt x="2312670" y="93980"/>
                    <a:pt x="2301240" y="95250"/>
                    <a:pt x="2294890" y="92710"/>
                  </a:cubicBezTo>
                  <a:cubicBezTo>
                    <a:pt x="2288540" y="90170"/>
                    <a:pt x="2279650" y="82550"/>
                    <a:pt x="2278380" y="76200"/>
                  </a:cubicBezTo>
                  <a:cubicBezTo>
                    <a:pt x="2277110" y="67310"/>
                    <a:pt x="2284730" y="49530"/>
                    <a:pt x="2296160" y="44450"/>
                  </a:cubicBezTo>
                  <a:cubicBezTo>
                    <a:pt x="2317750" y="33020"/>
                    <a:pt x="2378710" y="45720"/>
                    <a:pt x="2411730" y="53340"/>
                  </a:cubicBezTo>
                  <a:cubicBezTo>
                    <a:pt x="2437130" y="58420"/>
                    <a:pt x="2456180" y="64770"/>
                    <a:pt x="2479040" y="78740"/>
                  </a:cubicBezTo>
                  <a:cubicBezTo>
                    <a:pt x="2506980" y="95250"/>
                    <a:pt x="2534920" y="119380"/>
                    <a:pt x="2562860" y="149860"/>
                  </a:cubicBezTo>
                  <a:cubicBezTo>
                    <a:pt x="2598420" y="190500"/>
                    <a:pt x="2645410" y="252730"/>
                    <a:pt x="2669540" y="308610"/>
                  </a:cubicBezTo>
                  <a:cubicBezTo>
                    <a:pt x="2693670" y="361950"/>
                    <a:pt x="2701290" y="414020"/>
                    <a:pt x="2710180" y="474980"/>
                  </a:cubicBezTo>
                  <a:cubicBezTo>
                    <a:pt x="2719070" y="548640"/>
                    <a:pt x="2725420" y="648970"/>
                    <a:pt x="2715260" y="720090"/>
                  </a:cubicBezTo>
                  <a:cubicBezTo>
                    <a:pt x="2707640" y="775970"/>
                    <a:pt x="2688590" y="826770"/>
                    <a:pt x="2669540" y="869950"/>
                  </a:cubicBezTo>
                  <a:cubicBezTo>
                    <a:pt x="2654300" y="904240"/>
                    <a:pt x="2641600" y="930910"/>
                    <a:pt x="2614930" y="960120"/>
                  </a:cubicBezTo>
                  <a:cubicBezTo>
                    <a:pt x="2581910" y="996950"/>
                    <a:pt x="2534920" y="1026160"/>
                    <a:pt x="2477770" y="1064260"/>
                  </a:cubicBezTo>
                  <a:cubicBezTo>
                    <a:pt x="2395220" y="1121410"/>
                    <a:pt x="2232660" y="1219200"/>
                    <a:pt x="2160270" y="1254760"/>
                  </a:cubicBezTo>
                  <a:cubicBezTo>
                    <a:pt x="2123440" y="1271270"/>
                    <a:pt x="2114550" y="1275080"/>
                    <a:pt x="2076450" y="1286510"/>
                  </a:cubicBezTo>
                  <a:cubicBezTo>
                    <a:pt x="1992630" y="1310640"/>
                    <a:pt x="1780540" y="1352550"/>
                    <a:pt x="1672590" y="1372870"/>
                  </a:cubicBezTo>
                  <a:cubicBezTo>
                    <a:pt x="1600200" y="1385570"/>
                    <a:pt x="1563370" y="1391920"/>
                    <a:pt x="1490980" y="1399540"/>
                  </a:cubicBezTo>
                  <a:cubicBezTo>
                    <a:pt x="1385570" y="1409700"/>
                    <a:pt x="1229360" y="1426210"/>
                    <a:pt x="1098550" y="1421130"/>
                  </a:cubicBezTo>
                  <a:cubicBezTo>
                    <a:pt x="967740" y="1417320"/>
                    <a:pt x="815340" y="1394460"/>
                    <a:pt x="707390" y="1372870"/>
                  </a:cubicBezTo>
                  <a:cubicBezTo>
                    <a:pt x="629920" y="1357630"/>
                    <a:pt x="577850" y="1343660"/>
                    <a:pt x="511810" y="1319530"/>
                  </a:cubicBezTo>
                  <a:cubicBezTo>
                    <a:pt x="439420" y="1294130"/>
                    <a:pt x="355600" y="1262380"/>
                    <a:pt x="290830" y="1224280"/>
                  </a:cubicBezTo>
                  <a:cubicBezTo>
                    <a:pt x="234950" y="1189990"/>
                    <a:pt x="184150" y="1146810"/>
                    <a:pt x="144780" y="1106170"/>
                  </a:cubicBezTo>
                  <a:cubicBezTo>
                    <a:pt x="113030" y="1074420"/>
                    <a:pt x="87630" y="1037590"/>
                    <a:pt x="69850" y="1009650"/>
                  </a:cubicBezTo>
                  <a:cubicBezTo>
                    <a:pt x="55880" y="988060"/>
                    <a:pt x="48260" y="975360"/>
                    <a:pt x="40640" y="952500"/>
                  </a:cubicBezTo>
                  <a:cubicBezTo>
                    <a:pt x="27940" y="920750"/>
                    <a:pt x="16510" y="873760"/>
                    <a:pt x="10160" y="831850"/>
                  </a:cubicBezTo>
                  <a:cubicBezTo>
                    <a:pt x="3810" y="789940"/>
                    <a:pt x="0" y="744220"/>
                    <a:pt x="5080" y="702310"/>
                  </a:cubicBezTo>
                  <a:cubicBezTo>
                    <a:pt x="10160" y="659130"/>
                    <a:pt x="21590" y="621030"/>
                    <a:pt x="39370" y="577850"/>
                  </a:cubicBezTo>
                  <a:cubicBezTo>
                    <a:pt x="60960" y="525780"/>
                    <a:pt x="96520" y="458470"/>
                    <a:pt x="133350" y="411480"/>
                  </a:cubicBezTo>
                  <a:cubicBezTo>
                    <a:pt x="165100" y="368300"/>
                    <a:pt x="199390" y="340360"/>
                    <a:pt x="242570" y="304800"/>
                  </a:cubicBezTo>
                  <a:cubicBezTo>
                    <a:pt x="295910" y="261620"/>
                    <a:pt x="360680" y="210820"/>
                    <a:pt x="430530" y="176530"/>
                  </a:cubicBezTo>
                  <a:cubicBezTo>
                    <a:pt x="506730" y="139700"/>
                    <a:pt x="593090" y="118110"/>
                    <a:pt x="683260" y="95250"/>
                  </a:cubicBezTo>
                  <a:cubicBezTo>
                    <a:pt x="783590" y="69850"/>
                    <a:pt x="910590" y="50800"/>
                    <a:pt x="1004570" y="38100"/>
                  </a:cubicBezTo>
                  <a:cubicBezTo>
                    <a:pt x="1076960" y="27940"/>
                    <a:pt x="1141730" y="17780"/>
                    <a:pt x="1197610" y="16510"/>
                  </a:cubicBezTo>
                  <a:cubicBezTo>
                    <a:pt x="1242060" y="15240"/>
                    <a:pt x="1268730" y="24130"/>
                    <a:pt x="1315720" y="22860"/>
                  </a:cubicBezTo>
                  <a:cubicBezTo>
                    <a:pt x="1383030" y="22860"/>
                    <a:pt x="1465580" y="8890"/>
                    <a:pt x="1563370" y="5080"/>
                  </a:cubicBezTo>
                  <a:cubicBezTo>
                    <a:pt x="1701800" y="0"/>
                    <a:pt x="1941830" y="1270"/>
                    <a:pt x="2065020" y="7620"/>
                  </a:cubicBezTo>
                  <a:cubicBezTo>
                    <a:pt x="2138680" y="10160"/>
                    <a:pt x="2179320" y="11430"/>
                    <a:pt x="2239010" y="21590"/>
                  </a:cubicBezTo>
                  <a:cubicBezTo>
                    <a:pt x="2303780" y="33020"/>
                    <a:pt x="2395220" y="52070"/>
                    <a:pt x="2439670" y="73660"/>
                  </a:cubicBezTo>
                  <a:cubicBezTo>
                    <a:pt x="2465070" y="86360"/>
                    <a:pt x="2489200" y="100330"/>
                    <a:pt x="2494280" y="114300"/>
                  </a:cubicBezTo>
                  <a:cubicBezTo>
                    <a:pt x="2496820" y="123190"/>
                    <a:pt x="2491740" y="137160"/>
                    <a:pt x="2485390" y="142240"/>
                  </a:cubicBezTo>
                  <a:cubicBezTo>
                    <a:pt x="2479040" y="147320"/>
                    <a:pt x="2457450" y="143510"/>
                    <a:pt x="2457450" y="143510"/>
                  </a:cubicBezTo>
                </a:path>
              </a:pathLst>
            </a:custGeom>
            <a:solidFill>
              <a:srgbClr val="000000"/>
            </a:solidFill>
            <a:ln cap="sq">
              <a:noFill/>
              <a:prstDash val="solid"/>
              <a:miter/>
            </a:ln>
          </p:spPr>
        </p:sp>
      </p:grpSp>
      <p:grpSp>
        <p:nvGrpSpPr>
          <p:cNvPr name="Group 34" id="34"/>
          <p:cNvGrpSpPr/>
          <p:nvPr/>
        </p:nvGrpSpPr>
        <p:grpSpPr>
          <a:xfrm rot="0">
            <a:off x="4212908" y="3289935"/>
            <a:ext cx="392430" cy="646748"/>
            <a:chOff x="0" y="0"/>
            <a:chExt cx="523240" cy="862330"/>
          </a:xfrm>
        </p:grpSpPr>
        <p:sp>
          <p:nvSpPr>
            <p:cNvPr name="Freeform 35" id="35"/>
            <p:cNvSpPr/>
            <p:nvPr/>
          </p:nvSpPr>
          <p:spPr>
            <a:xfrm flipH="false" flipV="false" rot="0">
              <a:off x="24130" y="50800"/>
              <a:ext cx="468630" cy="760730"/>
            </a:xfrm>
            <a:custGeom>
              <a:avLst/>
              <a:gdLst/>
              <a:ahLst/>
              <a:cxnLst/>
              <a:rect r="r" b="b" t="t" l="l"/>
              <a:pathLst>
                <a:path h="760730" w="468630">
                  <a:moveTo>
                    <a:pt x="193040" y="31750"/>
                  </a:moveTo>
                  <a:cubicBezTo>
                    <a:pt x="66040" y="755650"/>
                    <a:pt x="58420" y="760730"/>
                    <a:pt x="50800" y="760730"/>
                  </a:cubicBezTo>
                  <a:cubicBezTo>
                    <a:pt x="43180" y="760730"/>
                    <a:pt x="29210" y="755650"/>
                    <a:pt x="26670" y="744220"/>
                  </a:cubicBezTo>
                  <a:cubicBezTo>
                    <a:pt x="17780" y="712470"/>
                    <a:pt x="100330" y="605790"/>
                    <a:pt x="124460" y="513080"/>
                  </a:cubicBezTo>
                  <a:cubicBezTo>
                    <a:pt x="158750" y="384810"/>
                    <a:pt x="149860" y="83820"/>
                    <a:pt x="181610" y="38100"/>
                  </a:cubicBezTo>
                  <a:cubicBezTo>
                    <a:pt x="189230" y="26670"/>
                    <a:pt x="199390" y="24130"/>
                    <a:pt x="207010" y="25400"/>
                  </a:cubicBezTo>
                  <a:cubicBezTo>
                    <a:pt x="215900" y="26670"/>
                    <a:pt x="224790" y="35560"/>
                    <a:pt x="229870" y="50800"/>
                  </a:cubicBezTo>
                  <a:cubicBezTo>
                    <a:pt x="245110" y="104140"/>
                    <a:pt x="198120" y="361950"/>
                    <a:pt x="175260" y="457200"/>
                  </a:cubicBezTo>
                  <a:cubicBezTo>
                    <a:pt x="161290" y="513080"/>
                    <a:pt x="139700" y="541020"/>
                    <a:pt x="128270" y="584200"/>
                  </a:cubicBezTo>
                  <a:cubicBezTo>
                    <a:pt x="116840" y="624840"/>
                    <a:pt x="119380" y="688340"/>
                    <a:pt x="105410" y="708660"/>
                  </a:cubicBezTo>
                  <a:cubicBezTo>
                    <a:pt x="97790" y="717550"/>
                    <a:pt x="87630" y="722630"/>
                    <a:pt x="78740" y="721360"/>
                  </a:cubicBezTo>
                  <a:cubicBezTo>
                    <a:pt x="71120" y="720090"/>
                    <a:pt x="60960" y="713740"/>
                    <a:pt x="58420" y="702310"/>
                  </a:cubicBezTo>
                  <a:cubicBezTo>
                    <a:pt x="49530" y="671830"/>
                    <a:pt x="101600" y="577850"/>
                    <a:pt x="114300" y="501650"/>
                  </a:cubicBezTo>
                  <a:cubicBezTo>
                    <a:pt x="130810" y="403860"/>
                    <a:pt x="123190" y="222250"/>
                    <a:pt x="135890" y="158750"/>
                  </a:cubicBezTo>
                  <a:cubicBezTo>
                    <a:pt x="140970" y="132080"/>
                    <a:pt x="144780" y="121920"/>
                    <a:pt x="154940" y="104140"/>
                  </a:cubicBezTo>
                  <a:cubicBezTo>
                    <a:pt x="165100" y="83820"/>
                    <a:pt x="181610" y="60960"/>
                    <a:pt x="200660" y="43180"/>
                  </a:cubicBezTo>
                  <a:cubicBezTo>
                    <a:pt x="222250" y="25400"/>
                    <a:pt x="257810" y="1270"/>
                    <a:pt x="276860" y="0"/>
                  </a:cubicBezTo>
                  <a:cubicBezTo>
                    <a:pt x="288290" y="0"/>
                    <a:pt x="297180" y="3810"/>
                    <a:pt x="306070" y="12700"/>
                  </a:cubicBezTo>
                  <a:cubicBezTo>
                    <a:pt x="322580" y="27940"/>
                    <a:pt x="332740" y="62230"/>
                    <a:pt x="346710" y="109220"/>
                  </a:cubicBezTo>
                  <a:cubicBezTo>
                    <a:pt x="379730" y="218440"/>
                    <a:pt x="468630" y="618490"/>
                    <a:pt x="447040" y="679450"/>
                  </a:cubicBezTo>
                  <a:cubicBezTo>
                    <a:pt x="441960" y="694690"/>
                    <a:pt x="430530" y="701040"/>
                    <a:pt x="421640" y="701040"/>
                  </a:cubicBezTo>
                  <a:cubicBezTo>
                    <a:pt x="414020" y="702310"/>
                    <a:pt x="403860" y="695960"/>
                    <a:pt x="398780" y="684530"/>
                  </a:cubicBezTo>
                  <a:cubicBezTo>
                    <a:pt x="379730" y="651510"/>
                    <a:pt x="412750" y="466090"/>
                    <a:pt x="388620" y="433070"/>
                  </a:cubicBezTo>
                  <a:cubicBezTo>
                    <a:pt x="379730" y="419100"/>
                    <a:pt x="367030" y="420370"/>
                    <a:pt x="351790" y="416560"/>
                  </a:cubicBezTo>
                  <a:cubicBezTo>
                    <a:pt x="327660" y="412750"/>
                    <a:pt x="294640" y="414020"/>
                    <a:pt x="260350" y="416560"/>
                  </a:cubicBezTo>
                  <a:cubicBezTo>
                    <a:pt x="210820" y="420370"/>
                    <a:pt x="115570" y="453390"/>
                    <a:pt x="83820" y="447040"/>
                  </a:cubicBezTo>
                  <a:cubicBezTo>
                    <a:pt x="71120" y="444500"/>
                    <a:pt x="62230" y="436880"/>
                    <a:pt x="58420" y="429260"/>
                  </a:cubicBezTo>
                  <a:cubicBezTo>
                    <a:pt x="55880" y="422910"/>
                    <a:pt x="57150" y="411480"/>
                    <a:pt x="62230" y="406400"/>
                  </a:cubicBezTo>
                  <a:cubicBezTo>
                    <a:pt x="67310" y="400050"/>
                    <a:pt x="83820" y="396240"/>
                    <a:pt x="92710" y="397510"/>
                  </a:cubicBezTo>
                  <a:cubicBezTo>
                    <a:pt x="99060" y="400050"/>
                    <a:pt x="106680" y="408940"/>
                    <a:pt x="107950" y="416560"/>
                  </a:cubicBezTo>
                  <a:cubicBezTo>
                    <a:pt x="107950" y="424180"/>
                    <a:pt x="101600" y="440690"/>
                    <a:pt x="93980" y="444500"/>
                  </a:cubicBezTo>
                  <a:cubicBezTo>
                    <a:pt x="86360" y="447040"/>
                    <a:pt x="63500" y="439420"/>
                    <a:pt x="59690" y="431800"/>
                  </a:cubicBezTo>
                  <a:cubicBezTo>
                    <a:pt x="55880" y="424180"/>
                    <a:pt x="62230" y="407670"/>
                    <a:pt x="73660" y="397510"/>
                  </a:cubicBezTo>
                  <a:cubicBezTo>
                    <a:pt x="96520" y="378460"/>
                    <a:pt x="176530" y="374650"/>
                    <a:pt x="228600" y="369570"/>
                  </a:cubicBezTo>
                  <a:cubicBezTo>
                    <a:pt x="276860" y="364490"/>
                    <a:pt x="340360" y="360680"/>
                    <a:pt x="373380" y="367030"/>
                  </a:cubicBezTo>
                  <a:cubicBezTo>
                    <a:pt x="391160" y="369570"/>
                    <a:pt x="403860" y="373380"/>
                    <a:pt x="414020" y="382270"/>
                  </a:cubicBezTo>
                  <a:cubicBezTo>
                    <a:pt x="424180" y="391160"/>
                    <a:pt x="431800" y="402590"/>
                    <a:pt x="438150" y="417830"/>
                  </a:cubicBezTo>
                  <a:cubicBezTo>
                    <a:pt x="445770" y="438150"/>
                    <a:pt x="445770" y="463550"/>
                    <a:pt x="448310" y="495300"/>
                  </a:cubicBezTo>
                  <a:cubicBezTo>
                    <a:pt x="450850" y="544830"/>
                    <a:pt x="458470" y="666750"/>
                    <a:pt x="443230" y="690880"/>
                  </a:cubicBezTo>
                  <a:cubicBezTo>
                    <a:pt x="438150" y="699770"/>
                    <a:pt x="429260" y="702310"/>
                    <a:pt x="421640" y="701040"/>
                  </a:cubicBezTo>
                  <a:cubicBezTo>
                    <a:pt x="414020" y="701040"/>
                    <a:pt x="406400" y="697230"/>
                    <a:pt x="398780" y="684530"/>
                  </a:cubicBezTo>
                  <a:cubicBezTo>
                    <a:pt x="360680" y="626110"/>
                    <a:pt x="335280" y="67310"/>
                    <a:pt x="280670" y="48260"/>
                  </a:cubicBezTo>
                  <a:cubicBezTo>
                    <a:pt x="261620" y="40640"/>
                    <a:pt x="233680" y="81280"/>
                    <a:pt x="217170" y="101600"/>
                  </a:cubicBezTo>
                  <a:cubicBezTo>
                    <a:pt x="203200" y="119380"/>
                    <a:pt x="194310" y="132080"/>
                    <a:pt x="186690" y="158750"/>
                  </a:cubicBezTo>
                  <a:cubicBezTo>
                    <a:pt x="173990" y="205740"/>
                    <a:pt x="187960" y="302260"/>
                    <a:pt x="181610" y="373380"/>
                  </a:cubicBezTo>
                  <a:cubicBezTo>
                    <a:pt x="175260" y="444500"/>
                    <a:pt x="166370" y="525780"/>
                    <a:pt x="149860" y="586740"/>
                  </a:cubicBezTo>
                  <a:cubicBezTo>
                    <a:pt x="137160" y="635000"/>
                    <a:pt x="118110" y="695960"/>
                    <a:pt x="101600" y="713740"/>
                  </a:cubicBezTo>
                  <a:cubicBezTo>
                    <a:pt x="93980" y="720090"/>
                    <a:pt x="86360" y="722630"/>
                    <a:pt x="78740" y="721360"/>
                  </a:cubicBezTo>
                  <a:cubicBezTo>
                    <a:pt x="72390" y="720090"/>
                    <a:pt x="63500" y="716280"/>
                    <a:pt x="59690" y="707390"/>
                  </a:cubicBezTo>
                  <a:cubicBezTo>
                    <a:pt x="50800" y="688340"/>
                    <a:pt x="67310" y="626110"/>
                    <a:pt x="77470" y="580390"/>
                  </a:cubicBezTo>
                  <a:cubicBezTo>
                    <a:pt x="88900" y="525780"/>
                    <a:pt x="119380" y="471170"/>
                    <a:pt x="133350" y="401320"/>
                  </a:cubicBezTo>
                  <a:cubicBezTo>
                    <a:pt x="152400" y="309880"/>
                    <a:pt x="144780" y="138430"/>
                    <a:pt x="166370" y="77470"/>
                  </a:cubicBezTo>
                  <a:cubicBezTo>
                    <a:pt x="175260" y="50800"/>
                    <a:pt x="189230" y="27940"/>
                    <a:pt x="200660" y="25400"/>
                  </a:cubicBezTo>
                  <a:cubicBezTo>
                    <a:pt x="209550" y="22860"/>
                    <a:pt x="222250" y="30480"/>
                    <a:pt x="226060" y="38100"/>
                  </a:cubicBezTo>
                  <a:cubicBezTo>
                    <a:pt x="232410" y="46990"/>
                    <a:pt x="229870" y="55880"/>
                    <a:pt x="228600" y="74930"/>
                  </a:cubicBezTo>
                  <a:cubicBezTo>
                    <a:pt x="227330" y="142240"/>
                    <a:pt x="200660" y="415290"/>
                    <a:pt x="173990" y="524510"/>
                  </a:cubicBezTo>
                  <a:cubicBezTo>
                    <a:pt x="158750" y="589280"/>
                    <a:pt x="139700" y="636270"/>
                    <a:pt x="119380" y="676910"/>
                  </a:cubicBezTo>
                  <a:cubicBezTo>
                    <a:pt x="104140" y="706120"/>
                    <a:pt x="85090" y="736600"/>
                    <a:pt x="71120" y="749300"/>
                  </a:cubicBezTo>
                  <a:cubicBezTo>
                    <a:pt x="63500" y="755650"/>
                    <a:pt x="57150" y="760730"/>
                    <a:pt x="50800" y="760730"/>
                  </a:cubicBezTo>
                  <a:cubicBezTo>
                    <a:pt x="43180" y="760730"/>
                    <a:pt x="31750" y="756920"/>
                    <a:pt x="26670" y="744220"/>
                  </a:cubicBezTo>
                  <a:cubicBezTo>
                    <a:pt x="0" y="681990"/>
                    <a:pt x="96520" y="91440"/>
                    <a:pt x="142240" y="22860"/>
                  </a:cubicBezTo>
                  <a:cubicBezTo>
                    <a:pt x="152400" y="7620"/>
                    <a:pt x="166370" y="1270"/>
                    <a:pt x="175260" y="2540"/>
                  </a:cubicBezTo>
                  <a:cubicBezTo>
                    <a:pt x="182880" y="5080"/>
                    <a:pt x="193040" y="31750"/>
                    <a:pt x="193040" y="31750"/>
                  </a:cubicBezTo>
                </a:path>
              </a:pathLst>
            </a:custGeom>
            <a:solidFill>
              <a:srgbClr val="FDFDFD"/>
            </a:solidFill>
            <a:ln cap="sq">
              <a:noFill/>
              <a:prstDash val="solid"/>
              <a:miter/>
            </a:ln>
          </p:spPr>
        </p:sp>
      </p:grpSp>
      <p:grpSp>
        <p:nvGrpSpPr>
          <p:cNvPr name="Group 36" id="36"/>
          <p:cNvGrpSpPr/>
          <p:nvPr/>
        </p:nvGrpSpPr>
        <p:grpSpPr>
          <a:xfrm rot="0">
            <a:off x="4506278" y="3288983"/>
            <a:ext cx="1853565" cy="646748"/>
            <a:chOff x="0" y="0"/>
            <a:chExt cx="2471420" cy="862330"/>
          </a:xfrm>
        </p:grpSpPr>
        <p:sp>
          <p:nvSpPr>
            <p:cNvPr name="Freeform 37" id="37"/>
            <p:cNvSpPr/>
            <p:nvPr/>
          </p:nvSpPr>
          <p:spPr>
            <a:xfrm flipH="false" flipV="false" rot="0">
              <a:off x="45720" y="49530"/>
              <a:ext cx="2377440" cy="763270"/>
            </a:xfrm>
            <a:custGeom>
              <a:avLst/>
              <a:gdLst/>
              <a:ahLst/>
              <a:cxnLst/>
              <a:rect r="r" b="b" t="t" l="l"/>
              <a:pathLst>
                <a:path h="763270" w="2377440">
                  <a:moveTo>
                    <a:pt x="33020" y="684530"/>
                  </a:moveTo>
                  <a:cubicBezTo>
                    <a:pt x="115570" y="687070"/>
                    <a:pt x="139700" y="676910"/>
                    <a:pt x="157480" y="661670"/>
                  </a:cubicBezTo>
                  <a:cubicBezTo>
                    <a:pt x="175260" y="645160"/>
                    <a:pt x="189230" y="618490"/>
                    <a:pt x="199390" y="594360"/>
                  </a:cubicBezTo>
                  <a:cubicBezTo>
                    <a:pt x="209550" y="570230"/>
                    <a:pt x="214630" y="546100"/>
                    <a:pt x="217170" y="515620"/>
                  </a:cubicBezTo>
                  <a:cubicBezTo>
                    <a:pt x="220980" y="474980"/>
                    <a:pt x="217170" y="406400"/>
                    <a:pt x="212090" y="373380"/>
                  </a:cubicBezTo>
                  <a:cubicBezTo>
                    <a:pt x="208280" y="354330"/>
                    <a:pt x="208280" y="342900"/>
                    <a:pt x="199390" y="330200"/>
                  </a:cubicBezTo>
                  <a:cubicBezTo>
                    <a:pt x="187960" y="314960"/>
                    <a:pt x="152400" y="288290"/>
                    <a:pt x="142240" y="293370"/>
                  </a:cubicBezTo>
                  <a:cubicBezTo>
                    <a:pt x="134620" y="295910"/>
                    <a:pt x="132080" y="316230"/>
                    <a:pt x="132080" y="327660"/>
                  </a:cubicBezTo>
                  <a:cubicBezTo>
                    <a:pt x="133350" y="340360"/>
                    <a:pt x="138430" y="351790"/>
                    <a:pt x="147320" y="365760"/>
                  </a:cubicBezTo>
                  <a:cubicBezTo>
                    <a:pt x="162560" y="388620"/>
                    <a:pt x="200660" y="435610"/>
                    <a:pt x="223520" y="443230"/>
                  </a:cubicBezTo>
                  <a:cubicBezTo>
                    <a:pt x="240030" y="448310"/>
                    <a:pt x="251460" y="443230"/>
                    <a:pt x="267970" y="435610"/>
                  </a:cubicBezTo>
                  <a:cubicBezTo>
                    <a:pt x="297180" y="424180"/>
                    <a:pt x="349250" y="367030"/>
                    <a:pt x="373380" y="363220"/>
                  </a:cubicBezTo>
                  <a:cubicBezTo>
                    <a:pt x="384810" y="360680"/>
                    <a:pt x="396240" y="364490"/>
                    <a:pt x="400050" y="370840"/>
                  </a:cubicBezTo>
                  <a:cubicBezTo>
                    <a:pt x="405130" y="378460"/>
                    <a:pt x="398780" y="405130"/>
                    <a:pt x="398780" y="405130"/>
                  </a:cubicBezTo>
                  <a:cubicBezTo>
                    <a:pt x="398780" y="405130"/>
                    <a:pt x="400050" y="375920"/>
                    <a:pt x="403860" y="374650"/>
                  </a:cubicBezTo>
                  <a:cubicBezTo>
                    <a:pt x="406400" y="374650"/>
                    <a:pt x="414020" y="388620"/>
                    <a:pt x="417830" y="403860"/>
                  </a:cubicBezTo>
                  <a:cubicBezTo>
                    <a:pt x="431800" y="449580"/>
                    <a:pt x="421640" y="671830"/>
                    <a:pt x="448310" y="693420"/>
                  </a:cubicBezTo>
                  <a:cubicBezTo>
                    <a:pt x="458470" y="699770"/>
                    <a:pt x="473710" y="693420"/>
                    <a:pt x="483870" y="687070"/>
                  </a:cubicBezTo>
                  <a:cubicBezTo>
                    <a:pt x="494030" y="680720"/>
                    <a:pt x="501650" y="671830"/>
                    <a:pt x="509270" y="654050"/>
                  </a:cubicBezTo>
                  <a:cubicBezTo>
                    <a:pt x="529590" y="605790"/>
                    <a:pt x="527050" y="429260"/>
                    <a:pt x="543560" y="368300"/>
                  </a:cubicBezTo>
                  <a:cubicBezTo>
                    <a:pt x="552450" y="337820"/>
                    <a:pt x="560070" y="316230"/>
                    <a:pt x="572770" y="302260"/>
                  </a:cubicBezTo>
                  <a:cubicBezTo>
                    <a:pt x="580390" y="293370"/>
                    <a:pt x="590550" y="289560"/>
                    <a:pt x="601980" y="288290"/>
                  </a:cubicBezTo>
                  <a:cubicBezTo>
                    <a:pt x="618490" y="287020"/>
                    <a:pt x="645160" y="297180"/>
                    <a:pt x="661670" y="307340"/>
                  </a:cubicBezTo>
                  <a:cubicBezTo>
                    <a:pt x="675640" y="316230"/>
                    <a:pt x="684530" y="328930"/>
                    <a:pt x="694690" y="346710"/>
                  </a:cubicBezTo>
                  <a:cubicBezTo>
                    <a:pt x="711200" y="372110"/>
                    <a:pt x="736600" y="422910"/>
                    <a:pt x="744220" y="452120"/>
                  </a:cubicBezTo>
                  <a:cubicBezTo>
                    <a:pt x="749300" y="471170"/>
                    <a:pt x="755650" y="491490"/>
                    <a:pt x="749300" y="501650"/>
                  </a:cubicBezTo>
                  <a:cubicBezTo>
                    <a:pt x="742950" y="511810"/>
                    <a:pt x="725170" y="520700"/>
                    <a:pt x="713740" y="516890"/>
                  </a:cubicBezTo>
                  <a:cubicBezTo>
                    <a:pt x="694690" y="509270"/>
                    <a:pt x="681990" y="430530"/>
                    <a:pt x="661670" y="402590"/>
                  </a:cubicBezTo>
                  <a:cubicBezTo>
                    <a:pt x="647700" y="382270"/>
                    <a:pt x="622300" y="356870"/>
                    <a:pt x="613410" y="359410"/>
                  </a:cubicBezTo>
                  <a:cubicBezTo>
                    <a:pt x="608330" y="360680"/>
                    <a:pt x="608330" y="372110"/>
                    <a:pt x="605790" y="384810"/>
                  </a:cubicBezTo>
                  <a:cubicBezTo>
                    <a:pt x="600710" y="414020"/>
                    <a:pt x="591820" y="485140"/>
                    <a:pt x="594360" y="532130"/>
                  </a:cubicBezTo>
                  <a:cubicBezTo>
                    <a:pt x="595630" y="576580"/>
                    <a:pt x="603250" y="629920"/>
                    <a:pt x="613410" y="659130"/>
                  </a:cubicBezTo>
                  <a:cubicBezTo>
                    <a:pt x="619760" y="676910"/>
                    <a:pt x="624840" y="689610"/>
                    <a:pt x="635000" y="698500"/>
                  </a:cubicBezTo>
                  <a:cubicBezTo>
                    <a:pt x="645160" y="707390"/>
                    <a:pt x="660400" y="712470"/>
                    <a:pt x="670560" y="712470"/>
                  </a:cubicBezTo>
                  <a:cubicBezTo>
                    <a:pt x="679450" y="711200"/>
                    <a:pt x="687070" y="708660"/>
                    <a:pt x="693420" y="701040"/>
                  </a:cubicBezTo>
                  <a:cubicBezTo>
                    <a:pt x="707390" y="684530"/>
                    <a:pt x="717550" y="635000"/>
                    <a:pt x="723900" y="598170"/>
                  </a:cubicBezTo>
                  <a:cubicBezTo>
                    <a:pt x="730250" y="556260"/>
                    <a:pt x="730250" y="515620"/>
                    <a:pt x="728980" y="462280"/>
                  </a:cubicBezTo>
                  <a:cubicBezTo>
                    <a:pt x="727710" y="386080"/>
                    <a:pt x="721360" y="260350"/>
                    <a:pt x="707390" y="181610"/>
                  </a:cubicBezTo>
                  <a:cubicBezTo>
                    <a:pt x="697230" y="123190"/>
                    <a:pt x="660400" y="58420"/>
                    <a:pt x="665480" y="29210"/>
                  </a:cubicBezTo>
                  <a:cubicBezTo>
                    <a:pt x="668020" y="15240"/>
                    <a:pt x="676910" y="3810"/>
                    <a:pt x="684530" y="1270"/>
                  </a:cubicBezTo>
                  <a:cubicBezTo>
                    <a:pt x="693420" y="0"/>
                    <a:pt x="707390" y="7620"/>
                    <a:pt x="715010" y="17780"/>
                  </a:cubicBezTo>
                  <a:cubicBezTo>
                    <a:pt x="727710" y="34290"/>
                    <a:pt x="730250" y="67310"/>
                    <a:pt x="736600" y="111760"/>
                  </a:cubicBezTo>
                  <a:cubicBezTo>
                    <a:pt x="753110" y="209550"/>
                    <a:pt x="753110" y="513080"/>
                    <a:pt x="777240" y="596900"/>
                  </a:cubicBezTo>
                  <a:cubicBezTo>
                    <a:pt x="786130" y="628650"/>
                    <a:pt x="796290" y="646430"/>
                    <a:pt x="810260" y="657860"/>
                  </a:cubicBezTo>
                  <a:cubicBezTo>
                    <a:pt x="819150" y="666750"/>
                    <a:pt x="830580" y="669290"/>
                    <a:pt x="842010" y="670560"/>
                  </a:cubicBezTo>
                  <a:cubicBezTo>
                    <a:pt x="853440" y="670560"/>
                    <a:pt x="867410" y="669290"/>
                    <a:pt x="877570" y="661670"/>
                  </a:cubicBezTo>
                  <a:cubicBezTo>
                    <a:pt x="891540" y="651510"/>
                    <a:pt x="904240" y="635000"/>
                    <a:pt x="911860" y="607060"/>
                  </a:cubicBezTo>
                  <a:cubicBezTo>
                    <a:pt x="929640" y="546100"/>
                    <a:pt x="889000" y="318770"/>
                    <a:pt x="913130" y="288290"/>
                  </a:cubicBezTo>
                  <a:cubicBezTo>
                    <a:pt x="920750" y="279400"/>
                    <a:pt x="933450" y="278130"/>
                    <a:pt x="941070" y="280670"/>
                  </a:cubicBezTo>
                  <a:cubicBezTo>
                    <a:pt x="947420" y="283210"/>
                    <a:pt x="952500" y="287020"/>
                    <a:pt x="957580" y="298450"/>
                  </a:cubicBezTo>
                  <a:cubicBezTo>
                    <a:pt x="971550" y="334010"/>
                    <a:pt x="953770" y="510540"/>
                    <a:pt x="966470" y="575310"/>
                  </a:cubicBezTo>
                  <a:cubicBezTo>
                    <a:pt x="974090" y="613410"/>
                    <a:pt x="980440" y="654050"/>
                    <a:pt x="999490" y="662940"/>
                  </a:cubicBezTo>
                  <a:cubicBezTo>
                    <a:pt x="1017270" y="670560"/>
                    <a:pt x="1052830" y="650240"/>
                    <a:pt x="1073150" y="636270"/>
                  </a:cubicBezTo>
                  <a:cubicBezTo>
                    <a:pt x="1090930" y="623570"/>
                    <a:pt x="1104900" y="605790"/>
                    <a:pt x="1113790" y="584200"/>
                  </a:cubicBezTo>
                  <a:cubicBezTo>
                    <a:pt x="1126490" y="556260"/>
                    <a:pt x="1127760" y="521970"/>
                    <a:pt x="1130300" y="482600"/>
                  </a:cubicBezTo>
                  <a:cubicBezTo>
                    <a:pt x="1132840" y="425450"/>
                    <a:pt x="1104900" y="308610"/>
                    <a:pt x="1120140" y="276860"/>
                  </a:cubicBezTo>
                  <a:cubicBezTo>
                    <a:pt x="1126490" y="264160"/>
                    <a:pt x="1137920" y="255270"/>
                    <a:pt x="1146810" y="256540"/>
                  </a:cubicBezTo>
                  <a:cubicBezTo>
                    <a:pt x="1154430" y="256540"/>
                    <a:pt x="1163320" y="262890"/>
                    <a:pt x="1169670" y="274320"/>
                  </a:cubicBezTo>
                  <a:cubicBezTo>
                    <a:pt x="1186180" y="303530"/>
                    <a:pt x="1178560" y="412750"/>
                    <a:pt x="1189990" y="476250"/>
                  </a:cubicBezTo>
                  <a:cubicBezTo>
                    <a:pt x="1200150" y="535940"/>
                    <a:pt x="1212850" y="623570"/>
                    <a:pt x="1233170" y="646430"/>
                  </a:cubicBezTo>
                  <a:cubicBezTo>
                    <a:pt x="1240790" y="656590"/>
                    <a:pt x="1250950" y="657860"/>
                    <a:pt x="1261110" y="659130"/>
                  </a:cubicBezTo>
                  <a:cubicBezTo>
                    <a:pt x="1271270" y="660400"/>
                    <a:pt x="1285240" y="659130"/>
                    <a:pt x="1295400" y="652780"/>
                  </a:cubicBezTo>
                  <a:cubicBezTo>
                    <a:pt x="1305560" y="645160"/>
                    <a:pt x="1313180" y="633730"/>
                    <a:pt x="1319530" y="613410"/>
                  </a:cubicBezTo>
                  <a:cubicBezTo>
                    <a:pt x="1336040" y="561340"/>
                    <a:pt x="1310640" y="349250"/>
                    <a:pt x="1332230" y="309880"/>
                  </a:cubicBezTo>
                  <a:cubicBezTo>
                    <a:pt x="1339850" y="295910"/>
                    <a:pt x="1352550" y="289560"/>
                    <a:pt x="1360170" y="289560"/>
                  </a:cubicBezTo>
                  <a:cubicBezTo>
                    <a:pt x="1369060" y="290830"/>
                    <a:pt x="1376680" y="300990"/>
                    <a:pt x="1383030" y="314960"/>
                  </a:cubicBezTo>
                  <a:cubicBezTo>
                    <a:pt x="1399540" y="363220"/>
                    <a:pt x="1369060" y="604520"/>
                    <a:pt x="1375410" y="652780"/>
                  </a:cubicBezTo>
                  <a:cubicBezTo>
                    <a:pt x="1376680" y="666750"/>
                    <a:pt x="1375410" y="671830"/>
                    <a:pt x="1383030" y="678180"/>
                  </a:cubicBezTo>
                  <a:cubicBezTo>
                    <a:pt x="1393190" y="688340"/>
                    <a:pt x="1430020" y="698500"/>
                    <a:pt x="1445260" y="692150"/>
                  </a:cubicBezTo>
                  <a:cubicBezTo>
                    <a:pt x="1459230" y="687070"/>
                    <a:pt x="1464310" y="670560"/>
                    <a:pt x="1471930" y="654050"/>
                  </a:cubicBezTo>
                  <a:cubicBezTo>
                    <a:pt x="1484630" y="628650"/>
                    <a:pt x="1501140" y="584200"/>
                    <a:pt x="1506220" y="551180"/>
                  </a:cubicBezTo>
                  <a:cubicBezTo>
                    <a:pt x="1511300" y="523240"/>
                    <a:pt x="1511300" y="501650"/>
                    <a:pt x="1508760" y="471170"/>
                  </a:cubicBezTo>
                  <a:cubicBezTo>
                    <a:pt x="1506220" y="429260"/>
                    <a:pt x="1479550" y="347980"/>
                    <a:pt x="1483360" y="321310"/>
                  </a:cubicBezTo>
                  <a:cubicBezTo>
                    <a:pt x="1484630" y="309880"/>
                    <a:pt x="1488440" y="303530"/>
                    <a:pt x="1493520" y="299720"/>
                  </a:cubicBezTo>
                  <a:cubicBezTo>
                    <a:pt x="1499870" y="295910"/>
                    <a:pt x="1511300" y="293370"/>
                    <a:pt x="1517650" y="295910"/>
                  </a:cubicBezTo>
                  <a:cubicBezTo>
                    <a:pt x="1524000" y="298450"/>
                    <a:pt x="1529080" y="302260"/>
                    <a:pt x="1534160" y="312420"/>
                  </a:cubicBezTo>
                  <a:cubicBezTo>
                    <a:pt x="1549400" y="345440"/>
                    <a:pt x="1560830" y="467360"/>
                    <a:pt x="1565910" y="542290"/>
                  </a:cubicBezTo>
                  <a:cubicBezTo>
                    <a:pt x="1570990" y="612140"/>
                    <a:pt x="1581150" y="722630"/>
                    <a:pt x="1564640" y="745490"/>
                  </a:cubicBezTo>
                  <a:cubicBezTo>
                    <a:pt x="1559560" y="753110"/>
                    <a:pt x="1549400" y="755650"/>
                    <a:pt x="1541780" y="754380"/>
                  </a:cubicBezTo>
                  <a:cubicBezTo>
                    <a:pt x="1534160" y="753110"/>
                    <a:pt x="1527810" y="746760"/>
                    <a:pt x="1520190" y="735330"/>
                  </a:cubicBezTo>
                  <a:cubicBezTo>
                    <a:pt x="1499870" y="694690"/>
                    <a:pt x="1480820" y="473710"/>
                    <a:pt x="1483360" y="417830"/>
                  </a:cubicBezTo>
                  <a:cubicBezTo>
                    <a:pt x="1484630" y="398780"/>
                    <a:pt x="1487170" y="392430"/>
                    <a:pt x="1493520" y="377190"/>
                  </a:cubicBezTo>
                  <a:cubicBezTo>
                    <a:pt x="1501140" y="359410"/>
                    <a:pt x="1522730" y="332740"/>
                    <a:pt x="1535430" y="318770"/>
                  </a:cubicBezTo>
                  <a:cubicBezTo>
                    <a:pt x="1545590" y="308610"/>
                    <a:pt x="1550670" y="300990"/>
                    <a:pt x="1562100" y="295910"/>
                  </a:cubicBezTo>
                  <a:cubicBezTo>
                    <a:pt x="1579880" y="288290"/>
                    <a:pt x="1609090" y="280670"/>
                    <a:pt x="1630680" y="283210"/>
                  </a:cubicBezTo>
                  <a:cubicBezTo>
                    <a:pt x="1652270" y="287020"/>
                    <a:pt x="1675130" y="299720"/>
                    <a:pt x="1691640" y="314960"/>
                  </a:cubicBezTo>
                  <a:cubicBezTo>
                    <a:pt x="1708150" y="331470"/>
                    <a:pt x="1720850" y="356870"/>
                    <a:pt x="1728470" y="381000"/>
                  </a:cubicBezTo>
                  <a:cubicBezTo>
                    <a:pt x="1736090" y="406400"/>
                    <a:pt x="1736090" y="429260"/>
                    <a:pt x="1734820" y="462280"/>
                  </a:cubicBezTo>
                  <a:cubicBezTo>
                    <a:pt x="1734820" y="514350"/>
                    <a:pt x="1700530" y="627380"/>
                    <a:pt x="1714500" y="660400"/>
                  </a:cubicBezTo>
                  <a:cubicBezTo>
                    <a:pt x="1720850" y="675640"/>
                    <a:pt x="1732280" y="680720"/>
                    <a:pt x="1746250" y="684530"/>
                  </a:cubicBezTo>
                  <a:cubicBezTo>
                    <a:pt x="1767840" y="690880"/>
                    <a:pt x="1811020" y="685800"/>
                    <a:pt x="1831340" y="679450"/>
                  </a:cubicBezTo>
                  <a:cubicBezTo>
                    <a:pt x="1845310" y="674370"/>
                    <a:pt x="1855470" y="666750"/>
                    <a:pt x="1863090" y="656590"/>
                  </a:cubicBezTo>
                  <a:cubicBezTo>
                    <a:pt x="1871980" y="645160"/>
                    <a:pt x="1873250" y="631190"/>
                    <a:pt x="1878330" y="609600"/>
                  </a:cubicBezTo>
                  <a:cubicBezTo>
                    <a:pt x="1885950" y="565150"/>
                    <a:pt x="1884680" y="455930"/>
                    <a:pt x="1893570" y="403860"/>
                  </a:cubicBezTo>
                  <a:cubicBezTo>
                    <a:pt x="1898650" y="370840"/>
                    <a:pt x="1901190" y="350520"/>
                    <a:pt x="1913890" y="326390"/>
                  </a:cubicBezTo>
                  <a:cubicBezTo>
                    <a:pt x="1927860" y="299720"/>
                    <a:pt x="1954530" y="266700"/>
                    <a:pt x="1974850" y="252730"/>
                  </a:cubicBezTo>
                  <a:cubicBezTo>
                    <a:pt x="1990090" y="243840"/>
                    <a:pt x="2002790" y="240030"/>
                    <a:pt x="2019300" y="241300"/>
                  </a:cubicBezTo>
                  <a:cubicBezTo>
                    <a:pt x="2038350" y="241300"/>
                    <a:pt x="2063750" y="247650"/>
                    <a:pt x="2081530" y="262890"/>
                  </a:cubicBezTo>
                  <a:cubicBezTo>
                    <a:pt x="2106930" y="284480"/>
                    <a:pt x="2145030" y="349250"/>
                    <a:pt x="2143760" y="369570"/>
                  </a:cubicBezTo>
                  <a:cubicBezTo>
                    <a:pt x="2143760" y="378460"/>
                    <a:pt x="2136140" y="384810"/>
                    <a:pt x="2129790" y="388620"/>
                  </a:cubicBezTo>
                  <a:cubicBezTo>
                    <a:pt x="2123440" y="391160"/>
                    <a:pt x="2115820" y="391160"/>
                    <a:pt x="2105660" y="387350"/>
                  </a:cubicBezTo>
                  <a:cubicBezTo>
                    <a:pt x="2085340" y="377190"/>
                    <a:pt x="2043430" y="300990"/>
                    <a:pt x="2024380" y="302260"/>
                  </a:cubicBezTo>
                  <a:cubicBezTo>
                    <a:pt x="2011680" y="303530"/>
                    <a:pt x="2004060" y="327660"/>
                    <a:pt x="1997710" y="344170"/>
                  </a:cubicBezTo>
                  <a:cubicBezTo>
                    <a:pt x="1988820" y="364490"/>
                    <a:pt x="1985010" y="391160"/>
                    <a:pt x="1982470" y="415290"/>
                  </a:cubicBezTo>
                  <a:cubicBezTo>
                    <a:pt x="1979930" y="443230"/>
                    <a:pt x="1978660" y="476250"/>
                    <a:pt x="1982470" y="502920"/>
                  </a:cubicBezTo>
                  <a:cubicBezTo>
                    <a:pt x="1985010" y="527050"/>
                    <a:pt x="1988820" y="547370"/>
                    <a:pt x="2000250" y="567690"/>
                  </a:cubicBezTo>
                  <a:cubicBezTo>
                    <a:pt x="2014220" y="591820"/>
                    <a:pt x="2044700" y="622300"/>
                    <a:pt x="2068830" y="637540"/>
                  </a:cubicBezTo>
                  <a:cubicBezTo>
                    <a:pt x="2086610" y="648970"/>
                    <a:pt x="2100580" y="655320"/>
                    <a:pt x="2122170" y="657860"/>
                  </a:cubicBezTo>
                  <a:cubicBezTo>
                    <a:pt x="2151380" y="662940"/>
                    <a:pt x="2202180" y="660400"/>
                    <a:pt x="2231390" y="651510"/>
                  </a:cubicBezTo>
                  <a:cubicBezTo>
                    <a:pt x="2252980" y="645160"/>
                    <a:pt x="2269490" y="635000"/>
                    <a:pt x="2284730" y="621030"/>
                  </a:cubicBezTo>
                  <a:cubicBezTo>
                    <a:pt x="2301240" y="604520"/>
                    <a:pt x="2319020" y="581660"/>
                    <a:pt x="2325370" y="554990"/>
                  </a:cubicBezTo>
                  <a:cubicBezTo>
                    <a:pt x="2332990" y="521970"/>
                    <a:pt x="2324100" y="466090"/>
                    <a:pt x="2313940" y="430530"/>
                  </a:cubicBezTo>
                  <a:cubicBezTo>
                    <a:pt x="2305050" y="401320"/>
                    <a:pt x="2289810" y="374650"/>
                    <a:pt x="2274570" y="355600"/>
                  </a:cubicBezTo>
                  <a:cubicBezTo>
                    <a:pt x="2263140" y="339090"/>
                    <a:pt x="2250440" y="326390"/>
                    <a:pt x="2233930" y="318770"/>
                  </a:cubicBezTo>
                  <a:cubicBezTo>
                    <a:pt x="2217420" y="309880"/>
                    <a:pt x="2194560" y="304800"/>
                    <a:pt x="2174240" y="304800"/>
                  </a:cubicBezTo>
                  <a:cubicBezTo>
                    <a:pt x="2152650" y="304800"/>
                    <a:pt x="2117090" y="311150"/>
                    <a:pt x="2105660" y="321310"/>
                  </a:cubicBezTo>
                  <a:cubicBezTo>
                    <a:pt x="2098040" y="327660"/>
                    <a:pt x="2096770" y="336550"/>
                    <a:pt x="2096770" y="347980"/>
                  </a:cubicBezTo>
                  <a:cubicBezTo>
                    <a:pt x="2095500" y="368300"/>
                    <a:pt x="2109470" y="414020"/>
                    <a:pt x="2120900" y="434340"/>
                  </a:cubicBezTo>
                  <a:cubicBezTo>
                    <a:pt x="2128520" y="448310"/>
                    <a:pt x="2134870" y="455930"/>
                    <a:pt x="2148840" y="464820"/>
                  </a:cubicBezTo>
                  <a:cubicBezTo>
                    <a:pt x="2171700" y="478790"/>
                    <a:pt x="2222500" y="495300"/>
                    <a:pt x="2256790" y="495300"/>
                  </a:cubicBezTo>
                  <a:cubicBezTo>
                    <a:pt x="2286000" y="495300"/>
                    <a:pt x="2324100" y="466090"/>
                    <a:pt x="2338070" y="473710"/>
                  </a:cubicBezTo>
                  <a:cubicBezTo>
                    <a:pt x="2348230" y="478790"/>
                    <a:pt x="2354580" y="500380"/>
                    <a:pt x="2350770" y="508000"/>
                  </a:cubicBezTo>
                  <a:cubicBezTo>
                    <a:pt x="2348230" y="515620"/>
                    <a:pt x="2331720" y="523240"/>
                    <a:pt x="2324100" y="521970"/>
                  </a:cubicBezTo>
                  <a:cubicBezTo>
                    <a:pt x="2316480" y="520700"/>
                    <a:pt x="2307590" y="513080"/>
                    <a:pt x="2305050" y="506730"/>
                  </a:cubicBezTo>
                  <a:cubicBezTo>
                    <a:pt x="2302510" y="500380"/>
                    <a:pt x="2303780" y="488950"/>
                    <a:pt x="2307590" y="482600"/>
                  </a:cubicBezTo>
                  <a:cubicBezTo>
                    <a:pt x="2311400" y="477520"/>
                    <a:pt x="2320290" y="471170"/>
                    <a:pt x="2327910" y="471170"/>
                  </a:cubicBezTo>
                  <a:cubicBezTo>
                    <a:pt x="2335530" y="471170"/>
                    <a:pt x="2345690" y="476250"/>
                    <a:pt x="2349500" y="482600"/>
                  </a:cubicBezTo>
                  <a:cubicBezTo>
                    <a:pt x="2353310" y="488950"/>
                    <a:pt x="2353310" y="504190"/>
                    <a:pt x="2348230" y="513080"/>
                  </a:cubicBezTo>
                  <a:cubicBezTo>
                    <a:pt x="2339340" y="527050"/>
                    <a:pt x="2305050" y="542290"/>
                    <a:pt x="2282190" y="546100"/>
                  </a:cubicBezTo>
                  <a:cubicBezTo>
                    <a:pt x="2261870" y="551180"/>
                    <a:pt x="2242820" y="548640"/>
                    <a:pt x="2221230" y="544830"/>
                  </a:cubicBezTo>
                  <a:cubicBezTo>
                    <a:pt x="2195830" y="539750"/>
                    <a:pt x="2162810" y="530860"/>
                    <a:pt x="2139950" y="519430"/>
                  </a:cubicBezTo>
                  <a:cubicBezTo>
                    <a:pt x="2120900" y="509270"/>
                    <a:pt x="2104390" y="499110"/>
                    <a:pt x="2090420" y="478790"/>
                  </a:cubicBezTo>
                  <a:cubicBezTo>
                    <a:pt x="2070100" y="448310"/>
                    <a:pt x="2039620" y="372110"/>
                    <a:pt x="2043430" y="336550"/>
                  </a:cubicBezTo>
                  <a:cubicBezTo>
                    <a:pt x="2044700" y="313690"/>
                    <a:pt x="2057400" y="297180"/>
                    <a:pt x="2071370" y="283210"/>
                  </a:cubicBezTo>
                  <a:cubicBezTo>
                    <a:pt x="2087880" y="267970"/>
                    <a:pt x="2115820" y="257810"/>
                    <a:pt x="2137410" y="252730"/>
                  </a:cubicBezTo>
                  <a:cubicBezTo>
                    <a:pt x="2156460" y="248920"/>
                    <a:pt x="2174240" y="250190"/>
                    <a:pt x="2195830" y="255270"/>
                  </a:cubicBezTo>
                  <a:cubicBezTo>
                    <a:pt x="2223770" y="261620"/>
                    <a:pt x="2266950" y="275590"/>
                    <a:pt x="2293620" y="298450"/>
                  </a:cubicBezTo>
                  <a:cubicBezTo>
                    <a:pt x="2320290" y="321310"/>
                    <a:pt x="2339340" y="359410"/>
                    <a:pt x="2353310" y="391160"/>
                  </a:cubicBezTo>
                  <a:cubicBezTo>
                    <a:pt x="2364740" y="420370"/>
                    <a:pt x="2371090" y="448310"/>
                    <a:pt x="2373630" y="478790"/>
                  </a:cubicBezTo>
                  <a:cubicBezTo>
                    <a:pt x="2377440" y="509270"/>
                    <a:pt x="2377440" y="548640"/>
                    <a:pt x="2372360" y="574040"/>
                  </a:cubicBezTo>
                  <a:cubicBezTo>
                    <a:pt x="2368550" y="590550"/>
                    <a:pt x="2364740" y="599440"/>
                    <a:pt x="2355850" y="613410"/>
                  </a:cubicBezTo>
                  <a:cubicBezTo>
                    <a:pt x="2345690" y="628650"/>
                    <a:pt x="2331720" y="647700"/>
                    <a:pt x="2313940" y="661670"/>
                  </a:cubicBezTo>
                  <a:cubicBezTo>
                    <a:pt x="2294890" y="678180"/>
                    <a:pt x="2266950" y="693420"/>
                    <a:pt x="2241550" y="702310"/>
                  </a:cubicBezTo>
                  <a:cubicBezTo>
                    <a:pt x="2213610" y="711200"/>
                    <a:pt x="2179320" y="713740"/>
                    <a:pt x="2150110" y="712470"/>
                  </a:cubicBezTo>
                  <a:cubicBezTo>
                    <a:pt x="2122170" y="711200"/>
                    <a:pt x="2092960" y="703580"/>
                    <a:pt x="2067560" y="692150"/>
                  </a:cubicBezTo>
                  <a:cubicBezTo>
                    <a:pt x="2044700" y="683260"/>
                    <a:pt x="2025650" y="670560"/>
                    <a:pt x="2006600" y="654050"/>
                  </a:cubicBezTo>
                  <a:cubicBezTo>
                    <a:pt x="1987550" y="636270"/>
                    <a:pt x="1965960" y="612140"/>
                    <a:pt x="1953260" y="586740"/>
                  </a:cubicBezTo>
                  <a:cubicBezTo>
                    <a:pt x="1940560" y="562610"/>
                    <a:pt x="1934210" y="537210"/>
                    <a:pt x="1931670" y="505460"/>
                  </a:cubicBezTo>
                  <a:cubicBezTo>
                    <a:pt x="1926590" y="464820"/>
                    <a:pt x="1932940" y="402590"/>
                    <a:pt x="1940560" y="363220"/>
                  </a:cubicBezTo>
                  <a:cubicBezTo>
                    <a:pt x="1945640" y="332740"/>
                    <a:pt x="1950720" y="306070"/>
                    <a:pt x="1963420" y="287020"/>
                  </a:cubicBezTo>
                  <a:cubicBezTo>
                    <a:pt x="1976120" y="270510"/>
                    <a:pt x="1993900" y="251460"/>
                    <a:pt x="2011680" y="248920"/>
                  </a:cubicBezTo>
                  <a:cubicBezTo>
                    <a:pt x="2034540" y="247650"/>
                    <a:pt x="2070100" y="270510"/>
                    <a:pt x="2091690" y="289560"/>
                  </a:cubicBezTo>
                  <a:cubicBezTo>
                    <a:pt x="2114550" y="309880"/>
                    <a:pt x="2145030" y="351790"/>
                    <a:pt x="2143760" y="369570"/>
                  </a:cubicBezTo>
                  <a:cubicBezTo>
                    <a:pt x="2143760" y="378460"/>
                    <a:pt x="2136140" y="384810"/>
                    <a:pt x="2129790" y="388620"/>
                  </a:cubicBezTo>
                  <a:cubicBezTo>
                    <a:pt x="2123440" y="391160"/>
                    <a:pt x="2114550" y="392430"/>
                    <a:pt x="2105660" y="387350"/>
                  </a:cubicBezTo>
                  <a:cubicBezTo>
                    <a:pt x="2086610" y="375920"/>
                    <a:pt x="2063750" y="298450"/>
                    <a:pt x="2039620" y="290830"/>
                  </a:cubicBezTo>
                  <a:cubicBezTo>
                    <a:pt x="2021840" y="284480"/>
                    <a:pt x="1996440" y="297180"/>
                    <a:pt x="1981200" y="312420"/>
                  </a:cubicBezTo>
                  <a:cubicBezTo>
                    <a:pt x="1962150" y="331470"/>
                    <a:pt x="1953260" y="368300"/>
                    <a:pt x="1944370" y="407670"/>
                  </a:cubicBezTo>
                  <a:cubicBezTo>
                    <a:pt x="1931670" y="463550"/>
                    <a:pt x="1935480" y="577850"/>
                    <a:pt x="1927860" y="622300"/>
                  </a:cubicBezTo>
                  <a:cubicBezTo>
                    <a:pt x="1924050" y="642620"/>
                    <a:pt x="1922780" y="652780"/>
                    <a:pt x="1915160" y="666750"/>
                  </a:cubicBezTo>
                  <a:cubicBezTo>
                    <a:pt x="1906270" y="681990"/>
                    <a:pt x="1893570" y="699770"/>
                    <a:pt x="1874520" y="711200"/>
                  </a:cubicBezTo>
                  <a:cubicBezTo>
                    <a:pt x="1850390" y="726440"/>
                    <a:pt x="1802130" y="737870"/>
                    <a:pt x="1774190" y="739140"/>
                  </a:cubicBezTo>
                  <a:cubicBezTo>
                    <a:pt x="1755140" y="740410"/>
                    <a:pt x="1741170" y="737870"/>
                    <a:pt x="1725930" y="731520"/>
                  </a:cubicBezTo>
                  <a:cubicBezTo>
                    <a:pt x="1708150" y="723900"/>
                    <a:pt x="1685290" y="711200"/>
                    <a:pt x="1675130" y="693420"/>
                  </a:cubicBezTo>
                  <a:cubicBezTo>
                    <a:pt x="1662430" y="674370"/>
                    <a:pt x="1663700" y="647700"/>
                    <a:pt x="1662430" y="615950"/>
                  </a:cubicBezTo>
                  <a:cubicBezTo>
                    <a:pt x="1662430" y="567690"/>
                    <a:pt x="1689100" y="472440"/>
                    <a:pt x="1685290" y="427990"/>
                  </a:cubicBezTo>
                  <a:cubicBezTo>
                    <a:pt x="1682750" y="401320"/>
                    <a:pt x="1675130" y="382270"/>
                    <a:pt x="1666240" y="367030"/>
                  </a:cubicBezTo>
                  <a:cubicBezTo>
                    <a:pt x="1659890" y="355600"/>
                    <a:pt x="1652270" y="345440"/>
                    <a:pt x="1643380" y="340360"/>
                  </a:cubicBezTo>
                  <a:cubicBezTo>
                    <a:pt x="1635760" y="335280"/>
                    <a:pt x="1626870" y="335280"/>
                    <a:pt x="1616710" y="335280"/>
                  </a:cubicBezTo>
                  <a:cubicBezTo>
                    <a:pt x="1606550" y="335280"/>
                    <a:pt x="1592580" y="332740"/>
                    <a:pt x="1582420" y="340360"/>
                  </a:cubicBezTo>
                  <a:cubicBezTo>
                    <a:pt x="1564640" y="351790"/>
                    <a:pt x="1543050" y="382270"/>
                    <a:pt x="1534160" y="417830"/>
                  </a:cubicBezTo>
                  <a:cubicBezTo>
                    <a:pt x="1520190" y="486410"/>
                    <a:pt x="1582420" y="684530"/>
                    <a:pt x="1570990" y="728980"/>
                  </a:cubicBezTo>
                  <a:cubicBezTo>
                    <a:pt x="1567180" y="741680"/>
                    <a:pt x="1562100" y="749300"/>
                    <a:pt x="1554480" y="753110"/>
                  </a:cubicBezTo>
                  <a:cubicBezTo>
                    <a:pt x="1546860" y="755650"/>
                    <a:pt x="1534160" y="755650"/>
                    <a:pt x="1526540" y="745490"/>
                  </a:cubicBezTo>
                  <a:cubicBezTo>
                    <a:pt x="1494790" y="709930"/>
                    <a:pt x="1466850" y="375920"/>
                    <a:pt x="1483360" y="321310"/>
                  </a:cubicBezTo>
                  <a:cubicBezTo>
                    <a:pt x="1488440" y="304800"/>
                    <a:pt x="1497330" y="295910"/>
                    <a:pt x="1504950" y="294640"/>
                  </a:cubicBezTo>
                  <a:cubicBezTo>
                    <a:pt x="1513840" y="293370"/>
                    <a:pt x="1525270" y="300990"/>
                    <a:pt x="1534160" y="312420"/>
                  </a:cubicBezTo>
                  <a:cubicBezTo>
                    <a:pt x="1550670" y="337820"/>
                    <a:pt x="1558290" y="419100"/>
                    <a:pt x="1559560" y="469900"/>
                  </a:cubicBezTo>
                  <a:cubicBezTo>
                    <a:pt x="1560830" y="516890"/>
                    <a:pt x="1555750" y="565150"/>
                    <a:pt x="1543050" y="607060"/>
                  </a:cubicBezTo>
                  <a:cubicBezTo>
                    <a:pt x="1531620" y="646430"/>
                    <a:pt x="1508760" y="694690"/>
                    <a:pt x="1488440" y="717550"/>
                  </a:cubicBezTo>
                  <a:cubicBezTo>
                    <a:pt x="1474470" y="731520"/>
                    <a:pt x="1461770" y="739140"/>
                    <a:pt x="1445260" y="742950"/>
                  </a:cubicBezTo>
                  <a:cubicBezTo>
                    <a:pt x="1422400" y="748030"/>
                    <a:pt x="1384300" y="746760"/>
                    <a:pt x="1363980" y="735330"/>
                  </a:cubicBezTo>
                  <a:cubicBezTo>
                    <a:pt x="1347470" y="726440"/>
                    <a:pt x="1338580" y="706120"/>
                    <a:pt x="1330960" y="688340"/>
                  </a:cubicBezTo>
                  <a:cubicBezTo>
                    <a:pt x="1323340" y="668020"/>
                    <a:pt x="1322070" y="650240"/>
                    <a:pt x="1319530" y="618490"/>
                  </a:cubicBezTo>
                  <a:cubicBezTo>
                    <a:pt x="1315720" y="552450"/>
                    <a:pt x="1310640" y="349250"/>
                    <a:pt x="1332230" y="309880"/>
                  </a:cubicBezTo>
                  <a:cubicBezTo>
                    <a:pt x="1339850" y="295910"/>
                    <a:pt x="1352550" y="289560"/>
                    <a:pt x="1360170" y="289560"/>
                  </a:cubicBezTo>
                  <a:cubicBezTo>
                    <a:pt x="1369060" y="290830"/>
                    <a:pt x="1377950" y="300990"/>
                    <a:pt x="1383030" y="314960"/>
                  </a:cubicBezTo>
                  <a:cubicBezTo>
                    <a:pt x="1397000" y="353060"/>
                    <a:pt x="1385570" y="492760"/>
                    <a:pt x="1379220" y="551180"/>
                  </a:cubicBezTo>
                  <a:cubicBezTo>
                    <a:pt x="1376680" y="586740"/>
                    <a:pt x="1374140" y="612140"/>
                    <a:pt x="1365250" y="636270"/>
                  </a:cubicBezTo>
                  <a:cubicBezTo>
                    <a:pt x="1356360" y="656590"/>
                    <a:pt x="1344930" y="676910"/>
                    <a:pt x="1330960" y="688340"/>
                  </a:cubicBezTo>
                  <a:cubicBezTo>
                    <a:pt x="1318260" y="698500"/>
                    <a:pt x="1305560" y="703580"/>
                    <a:pt x="1290320" y="706120"/>
                  </a:cubicBezTo>
                  <a:cubicBezTo>
                    <a:pt x="1270000" y="709930"/>
                    <a:pt x="1238250" y="709930"/>
                    <a:pt x="1219200" y="699770"/>
                  </a:cubicBezTo>
                  <a:cubicBezTo>
                    <a:pt x="1200150" y="689610"/>
                    <a:pt x="1187450" y="670560"/>
                    <a:pt x="1176020" y="645160"/>
                  </a:cubicBezTo>
                  <a:cubicBezTo>
                    <a:pt x="1158240" y="607060"/>
                    <a:pt x="1149350" y="539750"/>
                    <a:pt x="1139190" y="482600"/>
                  </a:cubicBezTo>
                  <a:cubicBezTo>
                    <a:pt x="1129030" y="420370"/>
                    <a:pt x="1107440" y="317500"/>
                    <a:pt x="1120140" y="281940"/>
                  </a:cubicBezTo>
                  <a:cubicBezTo>
                    <a:pt x="1125220" y="267970"/>
                    <a:pt x="1137920" y="256540"/>
                    <a:pt x="1146810" y="256540"/>
                  </a:cubicBezTo>
                  <a:cubicBezTo>
                    <a:pt x="1154430" y="255270"/>
                    <a:pt x="1163320" y="262890"/>
                    <a:pt x="1169670" y="274320"/>
                  </a:cubicBezTo>
                  <a:cubicBezTo>
                    <a:pt x="1182370" y="298450"/>
                    <a:pt x="1182370" y="364490"/>
                    <a:pt x="1181100" y="415290"/>
                  </a:cubicBezTo>
                  <a:cubicBezTo>
                    <a:pt x="1179830" y="476250"/>
                    <a:pt x="1176020" y="566420"/>
                    <a:pt x="1155700" y="612140"/>
                  </a:cubicBezTo>
                  <a:cubicBezTo>
                    <a:pt x="1143000" y="642620"/>
                    <a:pt x="1121410" y="661670"/>
                    <a:pt x="1101090" y="678180"/>
                  </a:cubicBezTo>
                  <a:cubicBezTo>
                    <a:pt x="1083310" y="692150"/>
                    <a:pt x="1062990" y="702310"/>
                    <a:pt x="1042670" y="707390"/>
                  </a:cubicBezTo>
                  <a:cubicBezTo>
                    <a:pt x="1022350" y="711200"/>
                    <a:pt x="993140" y="712470"/>
                    <a:pt x="977900" y="707390"/>
                  </a:cubicBezTo>
                  <a:cubicBezTo>
                    <a:pt x="967740" y="704850"/>
                    <a:pt x="961390" y="701040"/>
                    <a:pt x="955040" y="693420"/>
                  </a:cubicBezTo>
                  <a:cubicBezTo>
                    <a:pt x="946150" y="684530"/>
                    <a:pt x="938530" y="670560"/>
                    <a:pt x="933450" y="652780"/>
                  </a:cubicBezTo>
                  <a:cubicBezTo>
                    <a:pt x="923290" y="623570"/>
                    <a:pt x="916940" y="579120"/>
                    <a:pt x="911860" y="532130"/>
                  </a:cubicBezTo>
                  <a:cubicBezTo>
                    <a:pt x="905510" y="468630"/>
                    <a:pt x="896620" y="341630"/>
                    <a:pt x="906780" y="304800"/>
                  </a:cubicBezTo>
                  <a:cubicBezTo>
                    <a:pt x="910590" y="292100"/>
                    <a:pt x="915670" y="284480"/>
                    <a:pt x="923290" y="280670"/>
                  </a:cubicBezTo>
                  <a:cubicBezTo>
                    <a:pt x="929640" y="278130"/>
                    <a:pt x="941070" y="279400"/>
                    <a:pt x="946150" y="283210"/>
                  </a:cubicBezTo>
                  <a:cubicBezTo>
                    <a:pt x="952500" y="287020"/>
                    <a:pt x="955040" y="292100"/>
                    <a:pt x="957580" y="303530"/>
                  </a:cubicBezTo>
                  <a:cubicBezTo>
                    <a:pt x="969010" y="344170"/>
                    <a:pt x="979170" y="527050"/>
                    <a:pt x="966470" y="596900"/>
                  </a:cubicBezTo>
                  <a:cubicBezTo>
                    <a:pt x="957580" y="637540"/>
                    <a:pt x="947420" y="670560"/>
                    <a:pt x="925830" y="692150"/>
                  </a:cubicBezTo>
                  <a:cubicBezTo>
                    <a:pt x="904240" y="711200"/>
                    <a:pt x="863600" y="722630"/>
                    <a:pt x="835660" y="720090"/>
                  </a:cubicBezTo>
                  <a:cubicBezTo>
                    <a:pt x="812800" y="718820"/>
                    <a:pt x="787400" y="707390"/>
                    <a:pt x="770890" y="689610"/>
                  </a:cubicBezTo>
                  <a:cubicBezTo>
                    <a:pt x="750570" y="670560"/>
                    <a:pt x="737870" y="645160"/>
                    <a:pt x="727710" y="605790"/>
                  </a:cubicBezTo>
                  <a:cubicBezTo>
                    <a:pt x="704850" y="527050"/>
                    <a:pt x="715010" y="340360"/>
                    <a:pt x="702310" y="234950"/>
                  </a:cubicBezTo>
                  <a:cubicBezTo>
                    <a:pt x="692150" y="156210"/>
                    <a:pt x="657860" y="64770"/>
                    <a:pt x="665480" y="29210"/>
                  </a:cubicBezTo>
                  <a:cubicBezTo>
                    <a:pt x="669290" y="15240"/>
                    <a:pt x="676910" y="3810"/>
                    <a:pt x="684530" y="1270"/>
                  </a:cubicBezTo>
                  <a:cubicBezTo>
                    <a:pt x="693420" y="0"/>
                    <a:pt x="706120" y="7620"/>
                    <a:pt x="715010" y="17780"/>
                  </a:cubicBezTo>
                  <a:cubicBezTo>
                    <a:pt x="731520" y="36830"/>
                    <a:pt x="740410" y="85090"/>
                    <a:pt x="750570" y="130810"/>
                  </a:cubicBezTo>
                  <a:cubicBezTo>
                    <a:pt x="764540" y="198120"/>
                    <a:pt x="774700" y="304800"/>
                    <a:pt x="777240" y="387350"/>
                  </a:cubicBezTo>
                  <a:cubicBezTo>
                    <a:pt x="781050" y="463550"/>
                    <a:pt x="778510" y="554990"/>
                    <a:pt x="773430" y="607060"/>
                  </a:cubicBezTo>
                  <a:cubicBezTo>
                    <a:pt x="770890" y="636270"/>
                    <a:pt x="769620" y="652780"/>
                    <a:pt x="760730" y="674370"/>
                  </a:cubicBezTo>
                  <a:cubicBezTo>
                    <a:pt x="751840" y="698500"/>
                    <a:pt x="736600" y="730250"/>
                    <a:pt x="718820" y="744220"/>
                  </a:cubicBezTo>
                  <a:cubicBezTo>
                    <a:pt x="703580" y="755650"/>
                    <a:pt x="683260" y="763270"/>
                    <a:pt x="664210" y="762000"/>
                  </a:cubicBezTo>
                  <a:cubicBezTo>
                    <a:pt x="641350" y="760730"/>
                    <a:pt x="608330" y="741680"/>
                    <a:pt x="591820" y="723900"/>
                  </a:cubicBezTo>
                  <a:cubicBezTo>
                    <a:pt x="576580" y="709930"/>
                    <a:pt x="571500" y="690880"/>
                    <a:pt x="563880" y="669290"/>
                  </a:cubicBezTo>
                  <a:cubicBezTo>
                    <a:pt x="554990" y="642620"/>
                    <a:pt x="549910" y="612140"/>
                    <a:pt x="546100" y="576580"/>
                  </a:cubicBezTo>
                  <a:cubicBezTo>
                    <a:pt x="542290" y="529590"/>
                    <a:pt x="542290" y="453390"/>
                    <a:pt x="549910" y="407670"/>
                  </a:cubicBezTo>
                  <a:cubicBezTo>
                    <a:pt x="554990" y="377190"/>
                    <a:pt x="561340" y="347980"/>
                    <a:pt x="576580" y="331470"/>
                  </a:cubicBezTo>
                  <a:cubicBezTo>
                    <a:pt x="586740" y="318770"/>
                    <a:pt x="604520" y="308610"/>
                    <a:pt x="619760" y="309880"/>
                  </a:cubicBezTo>
                  <a:cubicBezTo>
                    <a:pt x="636270" y="309880"/>
                    <a:pt x="655320" y="322580"/>
                    <a:pt x="670560" y="337820"/>
                  </a:cubicBezTo>
                  <a:cubicBezTo>
                    <a:pt x="692150" y="356870"/>
                    <a:pt x="715010" y="393700"/>
                    <a:pt x="727710" y="424180"/>
                  </a:cubicBezTo>
                  <a:cubicBezTo>
                    <a:pt x="739140" y="450850"/>
                    <a:pt x="753110" y="492760"/>
                    <a:pt x="746760" y="508000"/>
                  </a:cubicBezTo>
                  <a:cubicBezTo>
                    <a:pt x="742950" y="514350"/>
                    <a:pt x="732790" y="519430"/>
                    <a:pt x="726440" y="519430"/>
                  </a:cubicBezTo>
                  <a:cubicBezTo>
                    <a:pt x="718820" y="519430"/>
                    <a:pt x="711200" y="516890"/>
                    <a:pt x="704850" y="509270"/>
                  </a:cubicBezTo>
                  <a:cubicBezTo>
                    <a:pt x="687070" y="490220"/>
                    <a:pt x="670560" y="405130"/>
                    <a:pt x="655320" y="378460"/>
                  </a:cubicBezTo>
                  <a:cubicBezTo>
                    <a:pt x="647700" y="364490"/>
                    <a:pt x="643890" y="355600"/>
                    <a:pt x="633730" y="349250"/>
                  </a:cubicBezTo>
                  <a:cubicBezTo>
                    <a:pt x="626110" y="345440"/>
                    <a:pt x="612140" y="340360"/>
                    <a:pt x="603250" y="346710"/>
                  </a:cubicBezTo>
                  <a:cubicBezTo>
                    <a:pt x="574040" y="369570"/>
                    <a:pt x="582930" y="614680"/>
                    <a:pt x="554990" y="676910"/>
                  </a:cubicBezTo>
                  <a:cubicBezTo>
                    <a:pt x="541020" y="706120"/>
                    <a:pt x="527050" y="721360"/>
                    <a:pt x="506730" y="732790"/>
                  </a:cubicBezTo>
                  <a:cubicBezTo>
                    <a:pt x="487680" y="742950"/>
                    <a:pt x="453390" y="746760"/>
                    <a:pt x="436880" y="742950"/>
                  </a:cubicBezTo>
                  <a:cubicBezTo>
                    <a:pt x="426720" y="741680"/>
                    <a:pt x="420370" y="736600"/>
                    <a:pt x="414020" y="728980"/>
                  </a:cubicBezTo>
                  <a:cubicBezTo>
                    <a:pt x="403860" y="715010"/>
                    <a:pt x="394970" y="690880"/>
                    <a:pt x="388620" y="660400"/>
                  </a:cubicBezTo>
                  <a:cubicBezTo>
                    <a:pt x="374650" y="603250"/>
                    <a:pt x="364490" y="455930"/>
                    <a:pt x="364490" y="406400"/>
                  </a:cubicBezTo>
                  <a:cubicBezTo>
                    <a:pt x="364490" y="387350"/>
                    <a:pt x="360680" y="369570"/>
                    <a:pt x="367030" y="365760"/>
                  </a:cubicBezTo>
                  <a:cubicBezTo>
                    <a:pt x="374650" y="360680"/>
                    <a:pt x="398780" y="369570"/>
                    <a:pt x="403860" y="375920"/>
                  </a:cubicBezTo>
                  <a:cubicBezTo>
                    <a:pt x="407670" y="383540"/>
                    <a:pt x="405130" y="394970"/>
                    <a:pt x="398780" y="405130"/>
                  </a:cubicBezTo>
                  <a:cubicBezTo>
                    <a:pt x="386080" y="425450"/>
                    <a:pt x="340360" y="458470"/>
                    <a:pt x="309880" y="473710"/>
                  </a:cubicBezTo>
                  <a:cubicBezTo>
                    <a:pt x="285750" y="486410"/>
                    <a:pt x="257810" y="495300"/>
                    <a:pt x="234950" y="495300"/>
                  </a:cubicBezTo>
                  <a:cubicBezTo>
                    <a:pt x="215900" y="494030"/>
                    <a:pt x="199390" y="487680"/>
                    <a:pt x="180340" y="476250"/>
                  </a:cubicBezTo>
                  <a:cubicBezTo>
                    <a:pt x="153670" y="458470"/>
                    <a:pt x="116840" y="416560"/>
                    <a:pt x="100330" y="386080"/>
                  </a:cubicBezTo>
                  <a:cubicBezTo>
                    <a:pt x="87630" y="360680"/>
                    <a:pt x="82550" y="332740"/>
                    <a:pt x="82550" y="311150"/>
                  </a:cubicBezTo>
                  <a:cubicBezTo>
                    <a:pt x="82550" y="293370"/>
                    <a:pt x="82550" y="275590"/>
                    <a:pt x="91440" y="264160"/>
                  </a:cubicBezTo>
                  <a:cubicBezTo>
                    <a:pt x="102870" y="251460"/>
                    <a:pt x="130810" y="242570"/>
                    <a:pt x="149860" y="242570"/>
                  </a:cubicBezTo>
                  <a:cubicBezTo>
                    <a:pt x="168910" y="243840"/>
                    <a:pt x="187960" y="254000"/>
                    <a:pt x="204470" y="267970"/>
                  </a:cubicBezTo>
                  <a:cubicBezTo>
                    <a:pt x="224790" y="284480"/>
                    <a:pt x="246380" y="307340"/>
                    <a:pt x="256540" y="340360"/>
                  </a:cubicBezTo>
                  <a:cubicBezTo>
                    <a:pt x="274320" y="393700"/>
                    <a:pt x="266700" y="515620"/>
                    <a:pt x="260350" y="565150"/>
                  </a:cubicBezTo>
                  <a:cubicBezTo>
                    <a:pt x="256540" y="589280"/>
                    <a:pt x="252730" y="600710"/>
                    <a:pt x="243840" y="619760"/>
                  </a:cubicBezTo>
                  <a:cubicBezTo>
                    <a:pt x="229870" y="646430"/>
                    <a:pt x="205740" y="685800"/>
                    <a:pt x="180340" y="706120"/>
                  </a:cubicBezTo>
                  <a:cubicBezTo>
                    <a:pt x="156210" y="725170"/>
                    <a:pt x="119380" y="736600"/>
                    <a:pt x="96520" y="741680"/>
                  </a:cubicBezTo>
                  <a:cubicBezTo>
                    <a:pt x="81280" y="744220"/>
                    <a:pt x="71120" y="744220"/>
                    <a:pt x="58420" y="741680"/>
                  </a:cubicBezTo>
                  <a:cubicBezTo>
                    <a:pt x="41910" y="737870"/>
                    <a:pt x="11430" y="730250"/>
                    <a:pt x="5080" y="720090"/>
                  </a:cubicBezTo>
                  <a:cubicBezTo>
                    <a:pt x="0" y="712470"/>
                    <a:pt x="2540" y="702310"/>
                    <a:pt x="6350" y="695960"/>
                  </a:cubicBezTo>
                  <a:cubicBezTo>
                    <a:pt x="11430" y="689610"/>
                    <a:pt x="33020" y="684530"/>
                    <a:pt x="33020" y="684530"/>
                  </a:cubicBezTo>
                </a:path>
              </a:pathLst>
            </a:custGeom>
            <a:solidFill>
              <a:srgbClr val="FDFDFD"/>
            </a:solidFill>
            <a:ln cap="sq">
              <a:noFill/>
              <a:prstDash val="solid"/>
              <a:miter/>
            </a:ln>
          </p:spPr>
        </p:sp>
      </p:grpSp>
      <p:grpSp>
        <p:nvGrpSpPr>
          <p:cNvPr name="Group 38" id="38"/>
          <p:cNvGrpSpPr/>
          <p:nvPr/>
        </p:nvGrpSpPr>
        <p:grpSpPr>
          <a:xfrm rot="0">
            <a:off x="5510212" y="3413760"/>
            <a:ext cx="120015" cy="115252"/>
            <a:chOff x="0" y="0"/>
            <a:chExt cx="160020" cy="153670"/>
          </a:xfrm>
        </p:grpSpPr>
        <p:sp>
          <p:nvSpPr>
            <p:cNvPr name="Freeform 39" id="39"/>
            <p:cNvSpPr/>
            <p:nvPr/>
          </p:nvSpPr>
          <p:spPr>
            <a:xfrm flipH="false" flipV="false" rot="0">
              <a:off x="49530" y="50800"/>
              <a:ext cx="59690" cy="53340"/>
            </a:xfrm>
            <a:custGeom>
              <a:avLst/>
              <a:gdLst/>
              <a:ahLst/>
              <a:cxnLst/>
              <a:rect r="r" b="b" t="t" l="l"/>
              <a:pathLst>
                <a:path h="53340" w="59690">
                  <a:moveTo>
                    <a:pt x="33020" y="0"/>
                  </a:moveTo>
                  <a:cubicBezTo>
                    <a:pt x="59690" y="34290"/>
                    <a:pt x="52070" y="44450"/>
                    <a:pt x="45720" y="46990"/>
                  </a:cubicBezTo>
                  <a:cubicBezTo>
                    <a:pt x="40640" y="50800"/>
                    <a:pt x="29210" y="52070"/>
                    <a:pt x="22860" y="48260"/>
                  </a:cubicBezTo>
                  <a:cubicBezTo>
                    <a:pt x="16510" y="45720"/>
                    <a:pt x="8890" y="36830"/>
                    <a:pt x="7620" y="30480"/>
                  </a:cubicBezTo>
                  <a:cubicBezTo>
                    <a:pt x="6350" y="22860"/>
                    <a:pt x="10160" y="12700"/>
                    <a:pt x="15240" y="7620"/>
                  </a:cubicBezTo>
                  <a:cubicBezTo>
                    <a:pt x="20320" y="2540"/>
                    <a:pt x="31750" y="0"/>
                    <a:pt x="38100" y="1270"/>
                  </a:cubicBezTo>
                  <a:cubicBezTo>
                    <a:pt x="45720" y="2540"/>
                    <a:pt x="54610" y="10160"/>
                    <a:pt x="57150" y="16510"/>
                  </a:cubicBezTo>
                  <a:cubicBezTo>
                    <a:pt x="59690" y="22860"/>
                    <a:pt x="58420" y="34290"/>
                    <a:pt x="54610" y="40640"/>
                  </a:cubicBezTo>
                  <a:cubicBezTo>
                    <a:pt x="49530" y="46990"/>
                    <a:pt x="35560" y="53340"/>
                    <a:pt x="26670" y="52070"/>
                  </a:cubicBezTo>
                  <a:cubicBezTo>
                    <a:pt x="17780" y="50800"/>
                    <a:pt x="2540" y="36830"/>
                    <a:pt x="1270" y="29210"/>
                  </a:cubicBezTo>
                  <a:cubicBezTo>
                    <a:pt x="0" y="20320"/>
                    <a:pt x="21590" y="0"/>
                    <a:pt x="21590" y="0"/>
                  </a:cubicBezTo>
                </a:path>
              </a:pathLst>
            </a:custGeom>
            <a:solidFill>
              <a:srgbClr val="FDFDFD"/>
            </a:solidFill>
            <a:ln cap="sq">
              <a:noFill/>
              <a:prstDash val="solid"/>
              <a:miter/>
            </a:ln>
          </p:spPr>
        </p:sp>
      </p:grpSp>
      <p:grpSp>
        <p:nvGrpSpPr>
          <p:cNvPr name="Group 40" id="40"/>
          <p:cNvGrpSpPr/>
          <p:nvPr/>
        </p:nvGrpSpPr>
        <p:grpSpPr>
          <a:xfrm rot="0">
            <a:off x="3939540" y="3022283"/>
            <a:ext cx="2727960" cy="1279208"/>
            <a:chOff x="0" y="0"/>
            <a:chExt cx="3637280" cy="1705610"/>
          </a:xfrm>
        </p:grpSpPr>
        <p:sp>
          <p:nvSpPr>
            <p:cNvPr name="Freeform 41" id="41"/>
            <p:cNvSpPr/>
            <p:nvPr/>
          </p:nvSpPr>
          <p:spPr>
            <a:xfrm flipH="false" flipV="false" rot="0">
              <a:off x="45720" y="50800"/>
              <a:ext cx="3547110" cy="1605280"/>
            </a:xfrm>
            <a:custGeom>
              <a:avLst/>
              <a:gdLst/>
              <a:ahLst/>
              <a:cxnLst/>
              <a:rect r="r" b="b" t="t" l="l"/>
              <a:pathLst>
                <a:path h="1605280" w="3547110">
                  <a:moveTo>
                    <a:pt x="3274060" y="341630"/>
                  </a:moveTo>
                  <a:cubicBezTo>
                    <a:pt x="3103880" y="233680"/>
                    <a:pt x="3017520" y="209550"/>
                    <a:pt x="2933700" y="185420"/>
                  </a:cubicBezTo>
                  <a:cubicBezTo>
                    <a:pt x="2835910" y="156210"/>
                    <a:pt x="2721610" y="128270"/>
                    <a:pt x="2614930" y="107950"/>
                  </a:cubicBezTo>
                  <a:cubicBezTo>
                    <a:pt x="2508250" y="87630"/>
                    <a:pt x="2406650" y="73660"/>
                    <a:pt x="2296160" y="63500"/>
                  </a:cubicBezTo>
                  <a:cubicBezTo>
                    <a:pt x="2174240" y="53340"/>
                    <a:pt x="2057400" y="50800"/>
                    <a:pt x="1911350" y="50800"/>
                  </a:cubicBezTo>
                  <a:cubicBezTo>
                    <a:pt x="1720850" y="52070"/>
                    <a:pt x="1442720" y="66040"/>
                    <a:pt x="1252220" y="80010"/>
                  </a:cubicBezTo>
                  <a:cubicBezTo>
                    <a:pt x="1104900" y="91440"/>
                    <a:pt x="980440" y="101600"/>
                    <a:pt x="862330" y="119380"/>
                  </a:cubicBezTo>
                  <a:cubicBezTo>
                    <a:pt x="764540" y="134620"/>
                    <a:pt x="675640" y="149860"/>
                    <a:pt x="593090" y="175260"/>
                  </a:cubicBezTo>
                  <a:cubicBezTo>
                    <a:pt x="516890" y="198120"/>
                    <a:pt x="448310" y="223520"/>
                    <a:pt x="382270" y="260350"/>
                  </a:cubicBezTo>
                  <a:cubicBezTo>
                    <a:pt x="314960" y="298450"/>
                    <a:pt x="240030" y="347980"/>
                    <a:pt x="191770" y="401320"/>
                  </a:cubicBezTo>
                  <a:cubicBezTo>
                    <a:pt x="149860" y="448310"/>
                    <a:pt x="123190" y="501650"/>
                    <a:pt x="100330" y="554990"/>
                  </a:cubicBezTo>
                  <a:cubicBezTo>
                    <a:pt x="78740" y="608330"/>
                    <a:pt x="63500" y="670560"/>
                    <a:pt x="57150" y="721360"/>
                  </a:cubicBezTo>
                  <a:cubicBezTo>
                    <a:pt x="52070" y="762000"/>
                    <a:pt x="50800" y="795020"/>
                    <a:pt x="55880" y="834390"/>
                  </a:cubicBezTo>
                  <a:cubicBezTo>
                    <a:pt x="60960" y="878840"/>
                    <a:pt x="74930" y="934720"/>
                    <a:pt x="90170" y="974090"/>
                  </a:cubicBezTo>
                  <a:cubicBezTo>
                    <a:pt x="101600" y="1005840"/>
                    <a:pt x="118110" y="1028700"/>
                    <a:pt x="133350" y="1056640"/>
                  </a:cubicBezTo>
                  <a:cubicBezTo>
                    <a:pt x="148590" y="1083310"/>
                    <a:pt x="160020" y="1107440"/>
                    <a:pt x="184150" y="1139190"/>
                  </a:cubicBezTo>
                  <a:cubicBezTo>
                    <a:pt x="219710" y="1184910"/>
                    <a:pt x="281940" y="1253490"/>
                    <a:pt x="334010" y="1301750"/>
                  </a:cubicBezTo>
                  <a:cubicBezTo>
                    <a:pt x="381000" y="1344930"/>
                    <a:pt x="440690" y="1391920"/>
                    <a:pt x="478790" y="1414780"/>
                  </a:cubicBezTo>
                  <a:cubicBezTo>
                    <a:pt x="501650" y="1430020"/>
                    <a:pt x="509270" y="1433830"/>
                    <a:pt x="535940" y="1442720"/>
                  </a:cubicBezTo>
                  <a:cubicBezTo>
                    <a:pt x="590550" y="1463040"/>
                    <a:pt x="704850" y="1496060"/>
                    <a:pt x="789940" y="1512570"/>
                  </a:cubicBezTo>
                  <a:cubicBezTo>
                    <a:pt x="873760" y="1529080"/>
                    <a:pt x="948690" y="1535430"/>
                    <a:pt x="1041400" y="1543050"/>
                  </a:cubicBezTo>
                  <a:cubicBezTo>
                    <a:pt x="1154430" y="1550670"/>
                    <a:pt x="1271270" y="1555750"/>
                    <a:pt x="1421130" y="1554480"/>
                  </a:cubicBezTo>
                  <a:cubicBezTo>
                    <a:pt x="1638300" y="1550670"/>
                    <a:pt x="2054860" y="1524000"/>
                    <a:pt x="2219960" y="1507490"/>
                  </a:cubicBezTo>
                  <a:cubicBezTo>
                    <a:pt x="2294890" y="1499870"/>
                    <a:pt x="2324100" y="1494790"/>
                    <a:pt x="2382520" y="1483360"/>
                  </a:cubicBezTo>
                  <a:cubicBezTo>
                    <a:pt x="2449830" y="1469390"/>
                    <a:pt x="2522220" y="1449070"/>
                    <a:pt x="2602230" y="1427480"/>
                  </a:cubicBezTo>
                  <a:cubicBezTo>
                    <a:pt x="2698750" y="1399540"/>
                    <a:pt x="2832100" y="1362710"/>
                    <a:pt x="2923540" y="1328420"/>
                  </a:cubicBezTo>
                  <a:cubicBezTo>
                    <a:pt x="2995930" y="1301750"/>
                    <a:pt x="3054350" y="1278890"/>
                    <a:pt x="3111500" y="1245870"/>
                  </a:cubicBezTo>
                  <a:cubicBezTo>
                    <a:pt x="3162300" y="1215390"/>
                    <a:pt x="3213100" y="1176020"/>
                    <a:pt x="3249930" y="1139190"/>
                  </a:cubicBezTo>
                  <a:cubicBezTo>
                    <a:pt x="3281680" y="1107440"/>
                    <a:pt x="3302000" y="1078230"/>
                    <a:pt x="3327400" y="1041400"/>
                  </a:cubicBezTo>
                  <a:cubicBezTo>
                    <a:pt x="3356610" y="998220"/>
                    <a:pt x="3387090" y="947420"/>
                    <a:pt x="3412490" y="895350"/>
                  </a:cubicBezTo>
                  <a:cubicBezTo>
                    <a:pt x="3439160" y="836930"/>
                    <a:pt x="3470910" y="768350"/>
                    <a:pt x="3483610" y="707390"/>
                  </a:cubicBezTo>
                  <a:cubicBezTo>
                    <a:pt x="3495040" y="652780"/>
                    <a:pt x="3493770" y="589280"/>
                    <a:pt x="3489960" y="546100"/>
                  </a:cubicBezTo>
                  <a:cubicBezTo>
                    <a:pt x="3487420" y="514350"/>
                    <a:pt x="3484880" y="491490"/>
                    <a:pt x="3473450" y="466090"/>
                  </a:cubicBezTo>
                  <a:cubicBezTo>
                    <a:pt x="3462020" y="438150"/>
                    <a:pt x="3437890" y="405130"/>
                    <a:pt x="3418840" y="386080"/>
                  </a:cubicBezTo>
                  <a:cubicBezTo>
                    <a:pt x="3404870" y="370840"/>
                    <a:pt x="3397250" y="363220"/>
                    <a:pt x="3376930" y="353060"/>
                  </a:cubicBezTo>
                  <a:cubicBezTo>
                    <a:pt x="3342640" y="336550"/>
                    <a:pt x="3241040" y="328930"/>
                    <a:pt x="3223260" y="309880"/>
                  </a:cubicBezTo>
                  <a:cubicBezTo>
                    <a:pt x="3215640" y="303530"/>
                    <a:pt x="3215640" y="293370"/>
                    <a:pt x="3216910" y="287020"/>
                  </a:cubicBezTo>
                  <a:cubicBezTo>
                    <a:pt x="3219450" y="280670"/>
                    <a:pt x="3225800" y="271780"/>
                    <a:pt x="3233420" y="269240"/>
                  </a:cubicBezTo>
                  <a:cubicBezTo>
                    <a:pt x="3239770" y="266700"/>
                    <a:pt x="3251200" y="267970"/>
                    <a:pt x="3256280" y="271780"/>
                  </a:cubicBezTo>
                  <a:cubicBezTo>
                    <a:pt x="3262630" y="275590"/>
                    <a:pt x="3267710" y="285750"/>
                    <a:pt x="3267710" y="293370"/>
                  </a:cubicBezTo>
                  <a:cubicBezTo>
                    <a:pt x="3267710" y="299720"/>
                    <a:pt x="3261360" y="309880"/>
                    <a:pt x="3256280" y="313690"/>
                  </a:cubicBezTo>
                  <a:cubicBezTo>
                    <a:pt x="3249930" y="317500"/>
                    <a:pt x="3238500" y="320040"/>
                    <a:pt x="3232150" y="316230"/>
                  </a:cubicBezTo>
                  <a:cubicBezTo>
                    <a:pt x="3224530" y="312420"/>
                    <a:pt x="3215640" y="297180"/>
                    <a:pt x="3216910" y="289560"/>
                  </a:cubicBezTo>
                  <a:cubicBezTo>
                    <a:pt x="3218180" y="281940"/>
                    <a:pt x="3227070" y="271780"/>
                    <a:pt x="3238500" y="267970"/>
                  </a:cubicBezTo>
                  <a:cubicBezTo>
                    <a:pt x="3261360" y="260350"/>
                    <a:pt x="3328670" y="278130"/>
                    <a:pt x="3361690" y="289560"/>
                  </a:cubicBezTo>
                  <a:cubicBezTo>
                    <a:pt x="3387090" y="299720"/>
                    <a:pt x="3404870" y="311150"/>
                    <a:pt x="3423920" y="326390"/>
                  </a:cubicBezTo>
                  <a:cubicBezTo>
                    <a:pt x="3444240" y="341630"/>
                    <a:pt x="3463290" y="360680"/>
                    <a:pt x="3479800" y="381000"/>
                  </a:cubicBezTo>
                  <a:cubicBezTo>
                    <a:pt x="3496310" y="403860"/>
                    <a:pt x="3514090" y="431800"/>
                    <a:pt x="3524250" y="458470"/>
                  </a:cubicBezTo>
                  <a:cubicBezTo>
                    <a:pt x="3534410" y="486410"/>
                    <a:pt x="3538220" y="511810"/>
                    <a:pt x="3540760" y="546100"/>
                  </a:cubicBezTo>
                  <a:cubicBezTo>
                    <a:pt x="3544570" y="593090"/>
                    <a:pt x="3547110" y="656590"/>
                    <a:pt x="3533140" y="720090"/>
                  </a:cubicBezTo>
                  <a:cubicBezTo>
                    <a:pt x="3514090" y="802640"/>
                    <a:pt x="3458210" y="918210"/>
                    <a:pt x="3416300" y="995680"/>
                  </a:cubicBezTo>
                  <a:cubicBezTo>
                    <a:pt x="3382010" y="1055370"/>
                    <a:pt x="3347720" y="1104900"/>
                    <a:pt x="3309620" y="1148080"/>
                  </a:cubicBezTo>
                  <a:cubicBezTo>
                    <a:pt x="3277870" y="1186180"/>
                    <a:pt x="3238500" y="1219200"/>
                    <a:pt x="3206750" y="1244600"/>
                  </a:cubicBezTo>
                  <a:cubicBezTo>
                    <a:pt x="3180080" y="1264920"/>
                    <a:pt x="3163570" y="1275080"/>
                    <a:pt x="3133090" y="1291590"/>
                  </a:cubicBezTo>
                  <a:cubicBezTo>
                    <a:pt x="3083560" y="1318260"/>
                    <a:pt x="3020060" y="1347470"/>
                    <a:pt x="2937510" y="1377950"/>
                  </a:cubicBezTo>
                  <a:cubicBezTo>
                    <a:pt x="2801620" y="1426210"/>
                    <a:pt x="2520950" y="1504950"/>
                    <a:pt x="2390140" y="1532890"/>
                  </a:cubicBezTo>
                  <a:cubicBezTo>
                    <a:pt x="2317750" y="1548130"/>
                    <a:pt x="2296160" y="1550670"/>
                    <a:pt x="2221230" y="1558290"/>
                  </a:cubicBezTo>
                  <a:cubicBezTo>
                    <a:pt x="2075180" y="1573530"/>
                    <a:pt x="1746250" y="1593850"/>
                    <a:pt x="1570990" y="1600200"/>
                  </a:cubicBezTo>
                  <a:cubicBezTo>
                    <a:pt x="1452880" y="1604010"/>
                    <a:pt x="1375410" y="1605280"/>
                    <a:pt x="1273810" y="1604010"/>
                  </a:cubicBezTo>
                  <a:cubicBezTo>
                    <a:pt x="1168400" y="1601470"/>
                    <a:pt x="1059180" y="1600200"/>
                    <a:pt x="947420" y="1586230"/>
                  </a:cubicBezTo>
                  <a:cubicBezTo>
                    <a:pt x="828040" y="1570990"/>
                    <a:pt x="668020" y="1541780"/>
                    <a:pt x="577850" y="1513840"/>
                  </a:cubicBezTo>
                  <a:cubicBezTo>
                    <a:pt x="521970" y="1496060"/>
                    <a:pt x="490220" y="1482090"/>
                    <a:pt x="447040" y="1455420"/>
                  </a:cubicBezTo>
                  <a:cubicBezTo>
                    <a:pt x="397510" y="1424940"/>
                    <a:pt x="346710" y="1383030"/>
                    <a:pt x="298450" y="1338580"/>
                  </a:cubicBezTo>
                  <a:cubicBezTo>
                    <a:pt x="245110" y="1287780"/>
                    <a:pt x="184150" y="1226820"/>
                    <a:pt x="140970" y="1165860"/>
                  </a:cubicBezTo>
                  <a:cubicBezTo>
                    <a:pt x="100330" y="1108710"/>
                    <a:pt x="63500" y="1046480"/>
                    <a:pt x="40640" y="988060"/>
                  </a:cubicBezTo>
                  <a:cubicBezTo>
                    <a:pt x="21590" y="935990"/>
                    <a:pt x="8890" y="889000"/>
                    <a:pt x="5080" y="835660"/>
                  </a:cubicBezTo>
                  <a:cubicBezTo>
                    <a:pt x="0" y="779780"/>
                    <a:pt x="6350" y="716280"/>
                    <a:pt x="17780" y="657860"/>
                  </a:cubicBezTo>
                  <a:cubicBezTo>
                    <a:pt x="30480" y="598170"/>
                    <a:pt x="52070" y="537210"/>
                    <a:pt x="80010" y="483870"/>
                  </a:cubicBezTo>
                  <a:cubicBezTo>
                    <a:pt x="107950" y="429260"/>
                    <a:pt x="142240" y="377190"/>
                    <a:pt x="186690" y="332740"/>
                  </a:cubicBezTo>
                  <a:cubicBezTo>
                    <a:pt x="233680" y="287020"/>
                    <a:pt x="295910" y="248920"/>
                    <a:pt x="358140" y="215900"/>
                  </a:cubicBezTo>
                  <a:cubicBezTo>
                    <a:pt x="425450" y="179070"/>
                    <a:pt x="499110" y="151130"/>
                    <a:pt x="577850" y="127000"/>
                  </a:cubicBezTo>
                  <a:cubicBezTo>
                    <a:pt x="664210" y="100330"/>
                    <a:pt x="755650" y="85090"/>
                    <a:pt x="857250" y="69850"/>
                  </a:cubicBezTo>
                  <a:cubicBezTo>
                    <a:pt x="977900" y="50800"/>
                    <a:pt x="1102360" y="40640"/>
                    <a:pt x="1250950" y="29210"/>
                  </a:cubicBezTo>
                  <a:cubicBezTo>
                    <a:pt x="1442720" y="15240"/>
                    <a:pt x="1720850" y="1270"/>
                    <a:pt x="1911350" y="0"/>
                  </a:cubicBezTo>
                  <a:cubicBezTo>
                    <a:pt x="2058670" y="0"/>
                    <a:pt x="2170430" y="1270"/>
                    <a:pt x="2302510" y="13970"/>
                  </a:cubicBezTo>
                  <a:cubicBezTo>
                    <a:pt x="2443480" y="26670"/>
                    <a:pt x="2595880" y="49530"/>
                    <a:pt x="2733040" y="80010"/>
                  </a:cubicBezTo>
                  <a:cubicBezTo>
                    <a:pt x="2863850" y="109220"/>
                    <a:pt x="3017520" y="153670"/>
                    <a:pt x="3108960" y="186690"/>
                  </a:cubicBezTo>
                  <a:cubicBezTo>
                    <a:pt x="3162300" y="207010"/>
                    <a:pt x="3196590" y="220980"/>
                    <a:pt x="3232150" y="242570"/>
                  </a:cubicBezTo>
                  <a:cubicBezTo>
                    <a:pt x="3261360" y="260350"/>
                    <a:pt x="3298190" y="283210"/>
                    <a:pt x="3307080" y="304800"/>
                  </a:cubicBezTo>
                  <a:cubicBezTo>
                    <a:pt x="3313430" y="317500"/>
                    <a:pt x="3313430" y="336550"/>
                    <a:pt x="3307080" y="341630"/>
                  </a:cubicBezTo>
                  <a:cubicBezTo>
                    <a:pt x="3302000" y="347980"/>
                    <a:pt x="3274060" y="341630"/>
                    <a:pt x="3274060" y="341630"/>
                  </a:cubicBezTo>
                </a:path>
              </a:pathLst>
            </a:custGeom>
            <a:solidFill>
              <a:srgbClr val="FDFDFD"/>
            </a:solidFill>
            <a:ln cap="sq">
              <a:noFill/>
              <a:prstDash val="solid"/>
              <a:miter/>
            </a:ln>
          </p:spPr>
        </p:sp>
      </p:grpSp>
      <p:grpSp>
        <p:nvGrpSpPr>
          <p:cNvPr name="Group 42" id="42"/>
          <p:cNvGrpSpPr/>
          <p:nvPr/>
        </p:nvGrpSpPr>
        <p:grpSpPr>
          <a:xfrm rot="0">
            <a:off x="11611928" y="7380922"/>
            <a:ext cx="1473518" cy="619125"/>
            <a:chOff x="0" y="0"/>
            <a:chExt cx="1964690" cy="825500"/>
          </a:xfrm>
        </p:grpSpPr>
        <p:sp>
          <p:nvSpPr>
            <p:cNvPr name="Freeform 43" id="43"/>
            <p:cNvSpPr/>
            <p:nvPr/>
          </p:nvSpPr>
          <p:spPr>
            <a:xfrm flipH="false" flipV="false" rot="0">
              <a:off x="33020" y="46990"/>
              <a:ext cx="1880870" cy="732790"/>
            </a:xfrm>
            <a:custGeom>
              <a:avLst/>
              <a:gdLst/>
              <a:ahLst/>
              <a:cxnLst/>
              <a:rect r="r" b="b" t="t" l="l"/>
              <a:pathLst>
                <a:path h="732790" w="1880870">
                  <a:moveTo>
                    <a:pt x="87630" y="186690"/>
                  </a:moveTo>
                  <a:cubicBezTo>
                    <a:pt x="69850" y="695960"/>
                    <a:pt x="62230" y="702310"/>
                    <a:pt x="55880" y="703580"/>
                  </a:cubicBezTo>
                  <a:cubicBezTo>
                    <a:pt x="48260" y="704850"/>
                    <a:pt x="39370" y="704850"/>
                    <a:pt x="33020" y="697230"/>
                  </a:cubicBezTo>
                  <a:cubicBezTo>
                    <a:pt x="3810" y="659130"/>
                    <a:pt x="3810" y="308610"/>
                    <a:pt x="17780" y="214630"/>
                  </a:cubicBezTo>
                  <a:cubicBezTo>
                    <a:pt x="24130" y="175260"/>
                    <a:pt x="31750" y="154940"/>
                    <a:pt x="48260" y="132080"/>
                  </a:cubicBezTo>
                  <a:cubicBezTo>
                    <a:pt x="64770" y="109220"/>
                    <a:pt x="90170" y="87630"/>
                    <a:pt x="116840" y="78740"/>
                  </a:cubicBezTo>
                  <a:cubicBezTo>
                    <a:pt x="144780" y="68580"/>
                    <a:pt x="185420" y="68580"/>
                    <a:pt x="214630" y="80010"/>
                  </a:cubicBezTo>
                  <a:cubicBezTo>
                    <a:pt x="245110" y="91440"/>
                    <a:pt x="273050" y="121920"/>
                    <a:pt x="295910" y="148590"/>
                  </a:cubicBezTo>
                  <a:cubicBezTo>
                    <a:pt x="316230" y="173990"/>
                    <a:pt x="337820" y="207010"/>
                    <a:pt x="346710" y="236220"/>
                  </a:cubicBezTo>
                  <a:cubicBezTo>
                    <a:pt x="353060" y="261620"/>
                    <a:pt x="353060" y="288290"/>
                    <a:pt x="346710" y="311150"/>
                  </a:cubicBezTo>
                  <a:cubicBezTo>
                    <a:pt x="341630" y="334010"/>
                    <a:pt x="331470" y="351790"/>
                    <a:pt x="314960" y="373380"/>
                  </a:cubicBezTo>
                  <a:cubicBezTo>
                    <a:pt x="293370" y="402590"/>
                    <a:pt x="252730" y="443230"/>
                    <a:pt x="218440" y="464820"/>
                  </a:cubicBezTo>
                  <a:cubicBezTo>
                    <a:pt x="189230" y="483870"/>
                    <a:pt x="149860" y="495300"/>
                    <a:pt x="125730" y="500380"/>
                  </a:cubicBezTo>
                  <a:cubicBezTo>
                    <a:pt x="110490" y="502920"/>
                    <a:pt x="97790" y="505460"/>
                    <a:pt x="87630" y="502920"/>
                  </a:cubicBezTo>
                  <a:cubicBezTo>
                    <a:pt x="78740" y="500380"/>
                    <a:pt x="69850" y="496570"/>
                    <a:pt x="67310" y="488950"/>
                  </a:cubicBezTo>
                  <a:cubicBezTo>
                    <a:pt x="64770" y="481330"/>
                    <a:pt x="67310" y="466090"/>
                    <a:pt x="74930" y="457200"/>
                  </a:cubicBezTo>
                  <a:cubicBezTo>
                    <a:pt x="86360" y="444500"/>
                    <a:pt x="114300" y="439420"/>
                    <a:pt x="135890" y="431800"/>
                  </a:cubicBezTo>
                  <a:cubicBezTo>
                    <a:pt x="160020" y="424180"/>
                    <a:pt x="189230" y="414020"/>
                    <a:pt x="215900" y="410210"/>
                  </a:cubicBezTo>
                  <a:cubicBezTo>
                    <a:pt x="242570" y="406400"/>
                    <a:pt x="270510" y="405130"/>
                    <a:pt x="294640" y="410210"/>
                  </a:cubicBezTo>
                  <a:cubicBezTo>
                    <a:pt x="314960" y="414020"/>
                    <a:pt x="335280" y="417830"/>
                    <a:pt x="349250" y="433070"/>
                  </a:cubicBezTo>
                  <a:cubicBezTo>
                    <a:pt x="369570" y="455930"/>
                    <a:pt x="383540" y="513080"/>
                    <a:pt x="386080" y="547370"/>
                  </a:cubicBezTo>
                  <a:cubicBezTo>
                    <a:pt x="388620" y="575310"/>
                    <a:pt x="386080" y="599440"/>
                    <a:pt x="374650" y="622300"/>
                  </a:cubicBezTo>
                  <a:cubicBezTo>
                    <a:pt x="363220" y="646430"/>
                    <a:pt x="336550" y="669290"/>
                    <a:pt x="312420" y="685800"/>
                  </a:cubicBezTo>
                  <a:cubicBezTo>
                    <a:pt x="289560" y="702310"/>
                    <a:pt x="266700" y="713740"/>
                    <a:pt x="237490" y="721360"/>
                  </a:cubicBezTo>
                  <a:cubicBezTo>
                    <a:pt x="200660" y="730250"/>
                    <a:pt x="143510" y="732790"/>
                    <a:pt x="109220" y="727710"/>
                  </a:cubicBezTo>
                  <a:cubicBezTo>
                    <a:pt x="82550" y="722630"/>
                    <a:pt x="54610" y="713740"/>
                    <a:pt x="43180" y="702310"/>
                  </a:cubicBezTo>
                  <a:cubicBezTo>
                    <a:pt x="36830" y="695960"/>
                    <a:pt x="34290" y="687070"/>
                    <a:pt x="35560" y="679450"/>
                  </a:cubicBezTo>
                  <a:cubicBezTo>
                    <a:pt x="36830" y="673100"/>
                    <a:pt x="41910" y="665480"/>
                    <a:pt x="50800" y="661670"/>
                  </a:cubicBezTo>
                  <a:cubicBezTo>
                    <a:pt x="67310" y="654050"/>
                    <a:pt x="110490" y="671830"/>
                    <a:pt x="147320" y="670560"/>
                  </a:cubicBezTo>
                  <a:cubicBezTo>
                    <a:pt x="195580" y="669290"/>
                    <a:pt x="261620" y="657860"/>
                    <a:pt x="311150" y="643890"/>
                  </a:cubicBezTo>
                  <a:cubicBezTo>
                    <a:pt x="354330" y="632460"/>
                    <a:pt x="397510" y="615950"/>
                    <a:pt x="427990" y="598170"/>
                  </a:cubicBezTo>
                  <a:cubicBezTo>
                    <a:pt x="449580" y="584200"/>
                    <a:pt x="464820" y="568960"/>
                    <a:pt x="478790" y="553720"/>
                  </a:cubicBezTo>
                  <a:cubicBezTo>
                    <a:pt x="490220" y="539750"/>
                    <a:pt x="499110" y="525780"/>
                    <a:pt x="505460" y="508000"/>
                  </a:cubicBezTo>
                  <a:cubicBezTo>
                    <a:pt x="511810" y="488950"/>
                    <a:pt x="515620" y="469900"/>
                    <a:pt x="514350" y="443230"/>
                  </a:cubicBezTo>
                  <a:cubicBezTo>
                    <a:pt x="513080" y="400050"/>
                    <a:pt x="471170" y="307340"/>
                    <a:pt x="477520" y="276860"/>
                  </a:cubicBezTo>
                  <a:cubicBezTo>
                    <a:pt x="481330" y="264160"/>
                    <a:pt x="490220" y="252730"/>
                    <a:pt x="499110" y="251460"/>
                  </a:cubicBezTo>
                  <a:cubicBezTo>
                    <a:pt x="506730" y="250190"/>
                    <a:pt x="520700" y="254000"/>
                    <a:pt x="525780" y="264160"/>
                  </a:cubicBezTo>
                  <a:cubicBezTo>
                    <a:pt x="534670" y="283210"/>
                    <a:pt x="496570" y="356870"/>
                    <a:pt x="499110" y="391160"/>
                  </a:cubicBezTo>
                  <a:cubicBezTo>
                    <a:pt x="500380" y="415290"/>
                    <a:pt x="509270" y="443230"/>
                    <a:pt x="520700" y="452120"/>
                  </a:cubicBezTo>
                  <a:cubicBezTo>
                    <a:pt x="528320" y="459740"/>
                    <a:pt x="538480" y="459740"/>
                    <a:pt x="549910" y="458470"/>
                  </a:cubicBezTo>
                  <a:cubicBezTo>
                    <a:pt x="566420" y="457200"/>
                    <a:pt x="586740" y="449580"/>
                    <a:pt x="605790" y="436880"/>
                  </a:cubicBezTo>
                  <a:cubicBezTo>
                    <a:pt x="636270" y="419100"/>
                    <a:pt x="678180" y="350520"/>
                    <a:pt x="703580" y="345440"/>
                  </a:cubicBezTo>
                  <a:cubicBezTo>
                    <a:pt x="715010" y="342900"/>
                    <a:pt x="730250" y="346710"/>
                    <a:pt x="735330" y="355600"/>
                  </a:cubicBezTo>
                  <a:cubicBezTo>
                    <a:pt x="744220" y="372110"/>
                    <a:pt x="711200" y="425450"/>
                    <a:pt x="706120" y="461010"/>
                  </a:cubicBezTo>
                  <a:cubicBezTo>
                    <a:pt x="701040" y="492760"/>
                    <a:pt x="695960" y="530860"/>
                    <a:pt x="703580" y="557530"/>
                  </a:cubicBezTo>
                  <a:cubicBezTo>
                    <a:pt x="708660" y="579120"/>
                    <a:pt x="720090" y="600710"/>
                    <a:pt x="734060" y="612140"/>
                  </a:cubicBezTo>
                  <a:cubicBezTo>
                    <a:pt x="745490" y="622300"/>
                    <a:pt x="760730" y="628650"/>
                    <a:pt x="777240" y="629920"/>
                  </a:cubicBezTo>
                  <a:cubicBezTo>
                    <a:pt x="798830" y="631190"/>
                    <a:pt x="826770" y="624840"/>
                    <a:pt x="848360" y="612140"/>
                  </a:cubicBezTo>
                  <a:cubicBezTo>
                    <a:pt x="876300" y="595630"/>
                    <a:pt x="905510" y="561340"/>
                    <a:pt x="923290" y="533400"/>
                  </a:cubicBezTo>
                  <a:cubicBezTo>
                    <a:pt x="938530" y="509270"/>
                    <a:pt x="948690" y="483870"/>
                    <a:pt x="952500" y="455930"/>
                  </a:cubicBezTo>
                  <a:cubicBezTo>
                    <a:pt x="957580" y="425450"/>
                    <a:pt x="962660" y="369570"/>
                    <a:pt x="949960" y="355600"/>
                  </a:cubicBezTo>
                  <a:cubicBezTo>
                    <a:pt x="942340" y="347980"/>
                    <a:pt x="924560" y="350520"/>
                    <a:pt x="915670" y="354330"/>
                  </a:cubicBezTo>
                  <a:cubicBezTo>
                    <a:pt x="905510" y="358140"/>
                    <a:pt x="895350" y="368300"/>
                    <a:pt x="890270" y="381000"/>
                  </a:cubicBezTo>
                  <a:cubicBezTo>
                    <a:pt x="880110" y="405130"/>
                    <a:pt x="880110" y="458470"/>
                    <a:pt x="883920" y="494030"/>
                  </a:cubicBezTo>
                  <a:cubicBezTo>
                    <a:pt x="887730" y="527050"/>
                    <a:pt x="895350" y="556260"/>
                    <a:pt x="909320" y="585470"/>
                  </a:cubicBezTo>
                  <a:cubicBezTo>
                    <a:pt x="924560" y="614680"/>
                    <a:pt x="948690" y="662940"/>
                    <a:pt x="972820" y="668020"/>
                  </a:cubicBezTo>
                  <a:cubicBezTo>
                    <a:pt x="994410" y="673100"/>
                    <a:pt x="1024890" y="654050"/>
                    <a:pt x="1045210" y="627380"/>
                  </a:cubicBezTo>
                  <a:cubicBezTo>
                    <a:pt x="1083310" y="580390"/>
                    <a:pt x="1093470" y="417830"/>
                    <a:pt x="1122680" y="365760"/>
                  </a:cubicBezTo>
                  <a:cubicBezTo>
                    <a:pt x="1139190" y="337820"/>
                    <a:pt x="1154430" y="318770"/>
                    <a:pt x="1173480" y="312420"/>
                  </a:cubicBezTo>
                  <a:cubicBezTo>
                    <a:pt x="1189990" y="306070"/>
                    <a:pt x="1215390" y="314960"/>
                    <a:pt x="1229360" y="321310"/>
                  </a:cubicBezTo>
                  <a:cubicBezTo>
                    <a:pt x="1239520" y="326390"/>
                    <a:pt x="1244600" y="331470"/>
                    <a:pt x="1252220" y="344170"/>
                  </a:cubicBezTo>
                  <a:cubicBezTo>
                    <a:pt x="1268730" y="369570"/>
                    <a:pt x="1301750" y="462280"/>
                    <a:pt x="1299210" y="491490"/>
                  </a:cubicBezTo>
                  <a:cubicBezTo>
                    <a:pt x="1299210" y="504190"/>
                    <a:pt x="1294130" y="514350"/>
                    <a:pt x="1287780" y="518160"/>
                  </a:cubicBezTo>
                  <a:cubicBezTo>
                    <a:pt x="1281430" y="521970"/>
                    <a:pt x="1268730" y="521970"/>
                    <a:pt x="1258570" y="515620"/>
                  </a:cubicBezTo>
                  <a:cubicBezTo>
                    <a:pt x="1240790" y="504190"/>
                    <a:pt x="1225550" y="433070"/>
                    <a:pt x="1211580" y="412750"/>
                  </a:cubicBezTo>
                  <a:cubicBezTo>
                    <a:pt x="1205230" y="403860"/>
                    <a:pt x="1198880" y="393700"/>
                    <a:pt x="1192530" y="393700"/>
                  </a:cubicBezTo>
                  <a:cubicBezTo>
                    <a:pt x="1186180" y="393700"/>
                    <a:pt x="1177290" y="402590"/>
                    <a:pt x="1172210" y="414020"/>
                  </a:cubicBezTo>
                  <a:cubicBezTo>
                    <a:pt x="1162050" y="436880"/>
                    <a:pt x="1164590" y="506730"/>
                    <a:pt x="1172210" y="546100"/>
                  </a:cubicBezTo>
                  <a:cubicBezTo>
                    <a:pt x="1178560" y="580390"/>
                    <a:pt x="1195070" y="636270"/>
                    <a:pt x="1207770" y="637540"/>
                  </a:cubicBezTo>
                  <a:cubicBezTo>
                    <a:pt x="1219200" y="638810"/>
                    <a:pt x="1236980" y="607060"/>
                    <a:pt x="1247140" y="581660"/>
                  </a:cubicBezTo>
                  <a:cubicBezTo>
                    <a:pt x="1261110" y="546100"/>
                    <a:pt x="1253490" y="458470"/>
                    <a:pt x="1267460" y="433070"/>
                  </a:cubicBezTo>
                  <a:cubicBezTo>
                    <a:pt x="1273810" y="421640"/>
                    <a:pt x="1281430" y="415290"/>
                    <a:pt x="1289050" y="414020"/>
                  </a:cubicBezTo>
                  <a:cubicBezTo>
                    <a:pt x="1296670" y="414020"/>
                    <a:pt x="1306830" y="419100"/>
                    <a:pt x="1314450" y="427990"/>
                  </a:cubicBezTo>
                  <a:cubicBezTo>
                    <a:pt x="1333500" y="452120"/>
                    <a:pt x="1344930" y="562610"/>
                    <a:pt x="1358900" y="594360"/>
                  </a:cubicBezTo>
                  <a:cubicBezTo>
                    <a:pt x="1365250" y="609600"/>
                    <a:pt x="1369060" y="622300"/>
                    <a:pt x="1376680" y="624840"/>
                  </a:cubicBezTo>
                  <a:cubicBezTo>
                    <a:pt x="1384300" y="626110"/>
                    <a:pt x="1395730" y="619760"/>
                    <a:pt x="1403350" y="612140"/>
                  </a:cubicBezTo>
                  <a:cubicBezTo>
                    <a:pt x="1418590" y="595630"/>
                    <a:pt x="1427480" y="556260"/>
                    <a:pt x="1438910" y="518160"/>
                  </a:cubicBezTo>
                  <a:cubicBezTo>
                    <a:pt x="1455420" y="462280"/>
                    <a:pt x="1463040" y="349250"/>
                    <a:pt x="1485900" y="307340"/>
                  </a:cubicBezTo>
                  <a:cubicBezTo>
                    <a:pt x="1498600" y="284480"/>
                    <a:pt x="1517650" y="267970"/>
                    <a:pt x="1531620" y="262890"/>
                  </a:cubicBezTo>
                  <a:cubicBezTo>
                    <a:pt x="1540510" y="260350"/>
                    <a:pt x="1548130" y="261620"/>
                    <a:pt x="1558290" y="267970"/>
                  </a:cubicBezTo>
                  <a:cubicBezTo>
                    <a:pt x="1579880" y="278130"/>
                    <a:pt x="1619250" y="311150"/>
                    <a:pt x="1638300" y="345440"/>
                  </a:cubicBezTo>
                  <a:cubicBezTo>
                    <a:pt x="1663700" y="389890"/>
                    <a:pt x="1682750" y="490220"/>
                    <a:pt x="1677670" y="521970"/>
                  </a:cubicBezTo>
                  <a:cubicBezTo>
                    <a:pt x="1676400" y="534670"/>
                    <a:pt x="1670050" y="543560"/>
                    <a:pt x="1662430" y="546100"/>
                  </a:cubicBezTo>
                  <a:cubicBezTo>
                    <a:pt x="1656080" y="549910"/>
                    <a:pt x="1643380" y="548640"/>
                    <a:pt x="1634490" y="541020"/>
                  </a:cubicBezTo>
                  <a:cubicBezTo>
                    <a:pt x="1611630" y="519430"/>
                    <a:pt x="1596390" y="382270"/>
                    <a:pt x="1582420" y="346710"/>
                  </a:cubicBezTo>
                  <a:cubicBezTo>
                    <a:pt x="1577340" y="334010"/>
                    <a:pt x="1574800" y="322580"/>
                    <a:pt x="1567180" y="320040"/>
                  </a:cubicBezTo>
                  <a:cubicBezTo>
                    <a:pt x="1559560" y="317500"/>
                    <a:pt x="1541780" y="330200"/>
                    <a:pt x="1530350" y="340360"/>
                  </a:cubicBezTo>
                  <a:cubicBezTo>
                    <a:pt x="1517650" y="353060"/>
                    <a:pt x="1504950" y="372110"/>
                    <a:pt x="1497330" y="394970"/>
                  </a:cubicBezTo>
                  <a:cubicBezTo>
                    <a:pt x="1488440" y="425450"/>
                    <a:pt x="1487170" y="471170"/>
                    <a:pt x="1496060" y="510540"/>
                  </a:cubicBezTo>
                  <a:cubicBezTo>
                    <a:pt x="1506220" y="557530"/>
                    <a:pt x="1539240" y="647700"/>
                    <a:pt x="1567180" y="655320"/>
                  </a:cubicBezTo>
                  <a:cubicBezTo>
                    <a:pt x="1583690" y="660400"/>
                    <a:pt x="1606550" y="640080"/>
                    <a:pt x="1620520" y="622300"/>
                  </a:cubicBezTo>
                  <a:cubicBezTo>
                    <a:pt x="1638300" y="601980"/>
                    <a:pt x="1647190" y="563880"/>
                    <a:pt x="1653540" y="532130"/>
                  </a:cubicBezTo>
                  <a:cubicBezTo>
                    <a:pt x="1661160" y="497840"/>
                    <a:pt x="1663700" y="472440"/>
                    <a:pt x="1663700" y="426720"/>
                  </a:cubicBezTo>
                  <a:cubicBezTo>
                    <a:pt x="1663700" y="336550"/>
                    <a:pt x="1617980" y="76200"/>
                    <a:pt x="1626870" y="27940"/>
                  </a:cubicBezTo>
                  <a:cubicBezTo>
                    <a:pt x="1629410" y="15240"/>
                    <a:pt x="1631950" y="10160"/>
                    <a:pt x="1638300" y="6350"/>
                  </a:cubicBezTo>
                  <a:cubicBezTo>
                    <a:pt x="1643380" y="2540"/>
                    <a:pt x="1654810" y="1270"/>
                    <a:pt x="1661160" y="3810"/>
                  </a:cubicBezTo>
                  <a:cubicBezTo>
                    <a:pt x="1668780" y="6350"/>
                    <a:pt x="1672590" y="11430"/>
                    <a:pt x="1677670" y="21590"/>
                  </a:cubicBezTo>
                  <a:cubicBezTo>
                    <a:pt x="1685290" y="38100"/>
                    <a:pt x="1686560" y="68580"/>
                    <a:pt x="1690370" y="107950"/>
                  </a:cubicBezTo>
                  <a:cubicBezTo>
                    <a:pt x="1697990" y="185420"/>
                    <a:pt x="1694180" y="372110"/>
                    <a:pt x="1704340" y="464820"/>
                  </a:cubicBezTo>
                  <a:cubicBezTo>
                    <a:pt x="1710690" y="524510"/>
                    <a:pt x="1723390" y="585470"/>
                    <a:pt x="1731010" y="613410"/>
                  </a:cubicBezTo>
                  <a:cubicBezTo>
                    <a:pt x="1734820" y="624840"/>
                    <a:pt x="1733550" y="632460"/>
                    <a:pt x="1741170" y="636270"/>
                  </a:cubicBezTo>
                  <a:cubicBezTo>
                    <a:pt x="1757680" y="645160"/>
                    <a:pt x="1831340" y="596900"/>
                    <a:pt x="1854200" y="603250"/>
                  </a:cubicBezTo>
                  <a:cubicBezTo>
                    <a:pt x="1866900" y="607060"/>
                    <a:pt x="1879600" y="621030"/>
                    <a:pt x="1880870" y="629920"/>
                  </a:cubicBezTo>
                  <a:cubicBezTo>
                    <a:pt x="1880870" y="636270"/>
                    <a:pt x="1874520" y="646430"/>
                    <a:pt x="1869440" y="650240"/>
                  </a:cubicBezTo>
                  <a:cubicBezTo>
                    <a:pt x="1863090" y="654050"/>
                    <a:pt x="1851660" y="655320"/>
                    <a:pt x="1845310" y="652780"/>
                  </a:cubicBezTo>
                  <a:cubicBezTo>
                    <a:pt x="1837690" y="648970"/>
                    <a:pt x="1830070" y="633730"/>
                    <a:pt x="1830070" y="626110"/>
                  </a:cubicBezTo>
                  <a:cubicBezTo>
                    <a:pt x="1830070" y="618490"/>
                    <a:pt x="1837690" y="608330"/>
                    <a:pt x="1844040" y="605790"/>
                  </a:cubicBezTo>
                  <a:cubicBezTo>
                    <a:pt x="1851660" y="603250"/>
                    <a:pt x="1869440" y="605790"/>
                    <a:pt x="1874520" y="612140"/>
                  </a:cubicBezTo>
                  <a:cubicBezTo>
                    <a:pt x="1879600" y="618490"/>
                    <a:pt x="1879600" y="637540"/>
                    <a:pt x="1870710" y="648970"/>
                  </a:cubicBezTo>
                  <a:cubicBezTo>
                    <a:pt x="1856740" y="666750"/>
                    <a:pt x="1788160" y="683260"/>
                    <a:pt x="1761490" y="687070"/>
                  </a:cubicBezTo>
                  <a:cubicBezTo>
                    <a:pt x="1747520" y="688340"/>
                    <a:pt x="1739900" y="689610"/>
                    <a:pt x="1729740" y="684530"/>
                  </a:cubicBezTo>
                  <a:cubicBezTo>
                    <a:pt x="1715770" y="679450"/>
                    <a:pt x="1700530" y="669290"/>
                    <a:pt x="1689100" y="651510"/>
                  </a:cubicBezTo>
                  <a:cubicBezTo>
                    <a:pt x="1668780" y="615950"/>
                    <a:pt x="1659890" y="532130"/>
                    <a:pt x="1653540" y="467360"/>
                  </a:cubicBezTo>
                  <a:cubicBezTo>
                    <a:pt x="1645920" y="393700"/>
                    <a:pt x="1656080" y="308610"/>
                    <a:pt x="1651000" y="233680"/>
                  </a:cubicBezTo>
                  <a:cubicBezTo>
                    <a:pt x="1645920" y="162560"/>
                    <a:pt x="1621790" y="60960"/>
                    <a:pt x="1626870" y="27940"/>
                  </a:cubicBezTo>
                  <a:cubicBezTo>
                    <a:pt x="1629410" y="16510"/>
                    <a:pt x="1631950" y="10160"/>
                    <a:pt x="1638300" y="6350"/>
                  </a:cubicBezTo>
                  <a:cubicBezTo>
                    <a:pt x="1643380" y="2540"/>
                    <a:pt x="1654810" y="0"/>
                    <a:pt x="1661160" y="3810"/>
                  </a:cubicBezTo>
                  <a:cubicBezTo>
                    <a:pt x="1668780" y="6350"/>
                    <a:pt x="1673860" y="12700"/>
                    <a:pt x="1677670" y="26670"/>
                  </a:cubicBezTo>
                  <a:cubicBezTo>
                    <a:pt x="1697990" y="82550"/>
                    <a:pt x="1713230" y="392430"/>
                    <a:pt x="1710690" y="477520"/>
                  </a:cubicBezTo>
                  <a:cubicBezTo>
                    <a:pt x="1709420" y="510540"/>
                    <a:pt x="1708150" y="521970"/>
                    <a:pt x="1701800" y="546100"/>
                  </a:cubicBezTo>
                  <a:cubicBezTo>
                    <a:pt x="1694180" y="579120"/>
                    <a:pt x="1680210" y="628650"/>
                    <a:pt x="1659890" y="655320"/>
                  </a:cubicBezTo>
                  <a:cubicBezTo>
                    <a:pt x="1643380" y="676910"/>
                    <a:pt x="1617980" y="693420"/>
                    <a:pt x="1600200" y="701040"/>
                  </a:cubicBezTo>
                  <a:cubicBezTo>
                    <a:pt x="1588770" y="704850"/>
                    <a:pt x="1578610" y="706120"/>
                    <a:pt x="1565910" y="704850"/>
                  </a:cubicBezTo>
                  <a:cubicBezTo>
                    <a:pt x="1550670" y="701040"/>
                    <a:pt x="1531620" y="692150"/>
                    <a:pt x="1516380" y="675640"/>
                  </a:cubicBezTo>
                  <a:cubicBezTo>
                    <a:pt x="1494790" y="652780"/>
                    <a:pt x="1471930" y="603250"/>
                    <a:pt x="1459230" y="567690"/>
                  </a:cubicBezTo>
                  <a:cubicBezTo>
                    <a:pt x="1449070" y="535940"/>
                    <a:pt x="1442720" y="505460"/>
                    <a:pt x="1441450" y="473710"/>
                  </a:cubicBezTo>
                  <a:cubicBezTo>
                    <a:pt x="1440180" y="440690"/>
                    <a:pt x="1443990" y="397510"/>
                    <a:pt x="1452880" y="372110"/>
                  </a:cubicBezTo>
                  <a:cubicBezTo>
                    <a:pt x="1457960" y="354330"/>
                    <a:pt x="1464310" y="344170"/>
                    <a:pt x="1473200" y="331470"/>
                  </a:cubicBezTo>
                  <a:cubicBezTo>
                    <a:pt x="1485900" y="314960"/>
                    <a:pt x="1503680" y="293370"/>
                    <a:pt x="1521460" y="281940"/>
                  </a:cubicBezTo>
                  <a:cubicBezTo>
                    <a:pt x="1537970" y="273050"/>
                    <a:pt x="1560830" y="265430"/>
                    <a:pt x="1576070" y="267970"/>
                  </a:cubicBezTo>
                  <a:cubicBezTo>
                    <a:pt x="1590040" y="270510"/>
                    <a:pt x="1600200" y="279400"/>
                    <a:pt x="1610360" y="290830"/>
                  </a:cubicBezTo>
                  <a:cubicBezTo>
                    <a:pt x="1623060" y="307340"/>
                    <a:pt x="1631950" y="331470"/>
                    <a:pt x="1640840" y="359410"/>
                  </a:cubicBezTo>
                  <a:cubicBezTo>
                    <a:pt x="1656080" y="401320"/>
                    <a:pt x="1681480" y="492760"/>
                    <a:pt x="1677670" y="521970"/>
                  </a:cubicBezTo>
                  <a:cubicBezTo>
                    <a:pt x="1676400" y="532130"/>
                    <a:pt x="1673860" y="539750"/>
                    <a:pt x="1667510" y="543560"/>
                  </a:cubicBezTo>
                  <a:cubicBezTo>
                    <a:pt x="1659890" y="547370"/>
                    <a:pt x="1640840" y="546100"/>
                    <a:pt x="1630680" y="535940"/>
                  </a:cubicBezTo>
                  <a:cubicBezTo>
                    <a:pt x="1609090" y="515620"/>
                    <a:pt x="1610360" y="407670"/>
                    <a:pt x="1596390" y="374650"/>
                  </a:cubicBezTo>
                  <a:cubicBezTo>
                    <a:pt x="1590040" y="358140"/>
                    <a:pt x="1583690" y="349250"/>
                    <a:pt x="1573530" y="340360"/>
                  </a:cubicBezTo>
                  <a:cubicBezTo>
                    <a:pt x="1563370" y="331470"/>
                    <a:pt x="1545590" y="316230"/>
                    <a:pt x="1534160" y="321310"/>
                  </a:cubicBezTo>
                  <a:cubicBezTo>
                    <a:pt x="1510030" y="334010"/>
                    <a:pt x="1508760" y="471170"/>
                    <a:pt x="1487170" y="533400"/>
                  </a:cubicBezTo>
                  <a:cubicBezTo>
                    <a:pt x="1468120" y="588010"/>
                    <a:pt x="1441450" y="657860"/>
                    <a:pt x="1418590" y="678180"/>
                  </a:cubicBezTo>
                  <a:cubicBezTo>
                    <a:pt x="1408430" y="687070"/>
                    <a:pt x="1398270" y="688340"/>
                    <a:pt x="1386840" y="687070"/>
                  </a:cubicBezTo>
                  <a:cubicBezTo>
                    <a:pt x="1375410" y="685800"/>
                    <a:pt x="1362710" y="679450"/>
                    <a:pt x="1351280" y="669290"/>
                  </a:cubicBezTo>
                  <a:cubicBezTo>
                    <a:pt x="1336040" y="656590"/>
                    <a:pt x="1322070" y="636270"/>
                    <a:pt x="1310640" y="609600"/>
                  </a:cubicBezTo>
                  <a:cubicBezTo>
                    <a:pt x="1291590" y="567690"/>
                    <a:pt x="1258570" y="469900"/>
                    <a:pt x="1266190" y="439420"/>
                  </a:cubicBezTo>
                  <a:cubicBezTo>
                    <a:pt x="1270000" y="425450"/>
                    <a:pt x="1281430" y="415290"/>
                    <a:pt x="1289050" y="414020"/>
                  </a:cubicBezTo>
                  <a:cubicBezTo>
                    <a:pt x="1297940" y="414020"/>
                    <a:pt x="1311910" y="426720"/>
                    <a:pt x="1316990" y="440690"/>
                  </a:cubicBezTo>
                  <a:cubicBezTo>
                    <a:pt x="1327150" y="469900"/>
                    <a:pt x="1310640" y="557530"/>
                    <a:pt x="1294130" y="600710"/>
                  </a:cubicBezTo>
                  <a:cubicBezTo>
                    <a:pt x="1281430" y="633730"/>
                    <a:pt x="1259840" y="673100"/>
                    <a:pt x="1238250" y="683260"/>
                  </a:cubicBezTo>
                  <a:cubicBezTo>
                    <a:pt x="1223010" y="692150"/>
                    <a:pt x="1202690" y="690880"/>
                    <a:pt x="1186180" y="681990"/>
                  </a:cubicBezTo>
                  <a:cubicBezTo>
                    <a:pt x="1164590" y="669290"/>
                    <a:pt x="1141730" y="626110"/>
                    <a:pt x="1130300" y="590550"/>
                  </a:cubicBezTo>
                  <a:cubicBezTo>
                    <a:pt x="1116330" y="549910"/>
                    <a:pt x="1113790" y="490220"/>
                    <a:pt x="1117600" y="448310"/>
                  </a:cubicBezTo>
                  <a:cubicBezTo>
                    <a:pt x="1121410" y="414020"/>
                    <a:pt x="1126490" y="377190"/>
                    <a:pt x="1141730" y="358140"/>
                  </a:cubicBezTo>
                  <a:cubicBezTo>
                    <a:pt x="1153160" y="344170"/>
                    <a:pt x="1172210" y="332740"/>
                    <a:pt x="1188720" y="335280"/>
                  </a:cubicBezTo>
                  <a:cubicBezTo>
                    <a:pt x="1212850" y="337820"/>
                    <a:pt x="1252220" y="377190"/>
                    <a:pt x="1270000" y="406400"/>
                  </a:cubicBezTo>
                  <a:cubicBezTo>
                    <a:pt x="1287780" y="435610"/>
                    <a:pt x="1303020" y="492760"/>
                    <a:pt x="1296670" y="509270"/>
                  </a:cubicBezTo>
                  <a:cubicBezTo>
                    <a:pt x="1292860" y="516890"/>
                    <a:pt x="1282700" y="520700"/>
                    <a:pt x="1276350" y="521970"/>
                  </a:cubicBezTo>
                  <a:cubicBezTo>
                    <a:pt x="1268730" y="521970"/>
                    <a:pt x="1261110" y="519430"/>
                    <a:pt x="1254760" y="511810"/>
                  </a:cubicBezTo>
                  <a:cubicBezTo>
                    <a:pt x="1240790" y="495300"/>
                    <a:pt x="1240790" y="426720"/>
                    <a:pt x="1225550" y="401320"/>
                  </a:cubicBezTo>
                  <a:cubicBezTo>
                    <a:pt x="1215390" y="382270"/>
                    <a:pt x="1198880" y="358140"/>
                    <a:pt x="1186180" y="360680"/>
                  </a:cubicBezTo>
                  <a:cubicBezTo>
                    <a:pt x="1154430" y="368300"/>
                    <a:pt x="1115060" y="612140"/>
                    <a:pt x="1083310" y="661670"/>
                  </a:cubicBezTo>
                  <a:cubicBezTo>
                    <a:pt x="1071880" y="680720"/>
                    <a:pt x="1062990" y="688340"/>
                    <a:pt x="1047750" y="697230"/>
                  </a:cubicBezTo>
                  <a:cubicBezTo>
                    <a:pt x="1031240" y="707390"/>
                    <a:pt x="1005840" y="715010"/>
                    <a:pt x="985520" y="715010"/>
                  </a:cubicBezTo>
                  <a:cubicBezTo>
                    <a:pt x="965200" y="715010"/>
                    <a:pt x="939800" y="706120"/>
                    <a:pt x="923290" y="694690"/>
                  </a:cubicBezTo>
                  <a:cubicBezTo>
                    <a:pt x="908050" y="683260"/>
                    <a:pt x="899160" y="665480"/>
                    <a:pt x="886460" y="646430"/>
                  </a:cubicBezTo>
                  <a:cubicBezTo>
                    <a:pt x="871220" y="619760"/>
                    <a:pt x="853440" y="584200"/>
                    <a:pt x="843280" y="552450"/>
                  </a:cubicBezTo>
                  <a:cubicBezTo>
                    <a:pt x="834390" y="520700"/>
                    <a:pt x="829310" y="487680"/>
                    <a:pt x="830580" y="454660"/>
                  </a:cubicBezTo>
                  <a:cubicBezTo>
                    <a:pt x="831850" y="420370"/>
                    <a:pt x="839470" y="372110"/>
                    <a:pt x="852170" y="349250"/>
                  </a:cubicBezTo>
                  <a:cubicBezTo>
                    <a:pt x="858520" y="335280"/>
                    <a:pt x="866140" y="328930"/>
                    <a:pt x="877570" y="321310"/>
                  </a:cubicBezTo>
                  <a:cubicBezTo>
                    <a:pt x="891540" y="311150"/>
                    <a:pt x="914400" y="299720"/>
                    <a:pt x="932180" y="299720"/>
                  </a:cubicBezTo>
                  <a:cubicBezTo>
                    <a:pt x="948690" y="298450"/>
                    <a:pt x="971550" y="303530"/>
                    <a:pt x="984250" y="317500"/>
                  </a:cubicBezTo>
                  <a:cubicBezTo>
                    <a:pt x="1002030" y="337820"/>
                    <a:pt x="1009650" y="391160"/>
                    <a:pt x="1007110" y="430530"/>
                  </a:cubicBezTo>
                  <a:cubicBezTo>
                    <a:pt x="1004570" y="472440"/>
                    <a:pt x="980440" y="530860"/>
                    <a:pt x="965200" y="561340"/>
                  </a:cubicBezTo>
                  <a:cubicBezTo>
                    <a:pt x="956310" y="580390"/>
                    <a:pt x="949960" y="589280"/>
                    <a:pt x="935990" y="603250"/>
                  </a:cubicBezTo>
                  <a:cubicBezTo>
                    <a:pt x="919480" y="622300"/>
                    <a:pt x="892810" y="646430"/>
                    <a:pt x="866140" y="659130"/>
                  </a:cubicBezTo>
                  <a:cubicBezTo>
                    <a:pt x="836930" y="673100"/>
                    <a:pt x="789940" y="680720"/>
                    <a:pt x="763270" y="678180"/>
                  </a:cubicBezTo>
                  <a:cubicBezTo>
                    <a:pt x="746760" y="676910"/>
                    <a:pt x="736600" y="673100"/>
                    <a:pt x="723900" y="665480"/>
                  </a:cubicBezTo>
                  <a:cubicBezTo>
                    <a:pt x="709930" y="656590"/>
                    <a:pt x="692150" y="642620"/>
                    <a:pt x="680720" y="626110"/>
                  </a:cubicBezTo>
                  <a:cubicBezTo>
                    <a:pt x="668020" y="608330"/>
                    <a:pt x="657860" y="586740"/>
                    <a:pt x="652780" y="561340"/>
                  </a:cubicBezTo>
                  <a:cubicBezTo>
                    <a:pt x="646430" y="529590"/>
                    <a:pt x="651510" y="480060"/>
                    <a:pt x="656590" y="447040"/>
                  </a:cubicBezTo>
                  <a:cubicBezTo>
                    <a:pt x="661670" y="421640"/>
                    <a:pt x="669290" y="396240"/>
                    <a:pt x="676910" y="378460"/>
                  </a:cubicBezTo>
                  <a:cubicBezTo>
                    <a:pt x="683260" y="365760"/>
                    <a:pt x="688340" y="353060"/>
                    <a:pt x="697230" y="347980"/>
                  </a:cubicBezTo>
                  <a:cubicBezTo>
                    <a:pt x="706120" y="344170"/>
                    <a:pt x="720090" y="342900"/>
                    <a:pt x="726440" y="346710"/>
                  </a:cubicBezTo>
                  <a:cubicBezTo>
                    <a:pt x="732790" y="350520"/>
                    <a:pt x="737870" y="360680"/>
                    <a:pt x="737870" y="368300"/>
                  </a:cubicBezTo>
                  <a:cubicBezTo>
                    <a:pt x="739140" y="375920"/>
                    <a:pt x="735330" y="383540"/>
                    <a:pt x="728980" y="392430"/>
                  </a:cubicBezTo>
                  <a:cubicBezTo>
                    <a:pt x="716280" y="411480"/>
                    <a:pt x="680720" y="445770"/>
                    <a:pt x="655320" y="464820"/>
                  </a:cubicBezTo>
                  <a:cubicBezTo>
                    <a:pt x="633730" y="480060"/>
                    <a:pt x="614680" y="494030"/>
                    <a:pt x="590550" y="500380"/>
                  </a:cubicBezTo>
                  <a:cubicBezTo>
                    <a:pt x="563880" y="508000"/>
                    <a:pt x="524510" y="509270"/>
                    <a:pt x="501650" y="500380"/>
                  </a:cubicBezTo>
                  <a:cubicBezTo>
                    <a:pt x="483870" y="491490"/>
                    <a:pt x="472440" y="474980"/>
                    <a:pt x="463550" y="458470"/>
                  </a:cubicBezTo>
                  <a:cubicBezTo>
                    <a:pt x="453390" y="439420"/>
                    <a:pt x="449580" y="410210"/>
                    <a:pt x="448310" y="387350"/>
                  </a:cubicBezTo>
                  <a:cubicBezTo>
                    <a:pt x="447040" y="365760"/>
                    <a:pt x="452120" y="344170"/>
                    <a:pt x="457200" y="323850"/>
                  </a:cubicBezTo>
                  <a:cubicBezTo>
                    <a:pt x="463550" y="302260"/>
                    <a:pt x="472440" y="271780"/>
                    <a:pt x="483870" y="260350"/>
                  </a:cubicBezTo>
                  <a:cubicBezTo>
                    <a:pt x="490220" y="254000"/>
                    <a:pt x="497840" y="250190"/>
                    <a:pt x="505460" y="251460"/>
                  </a:cubicBezTo>
                  <a:cubicBezTo>
                    <a:pt x="513080" y="251460"/>
                    <a:pt x="523240" y="259080"/>
                    <a:pt x="529590" y="266700"/>
                  </a:cubicBezTo>
                  <a:cubicBezTo>
                    <a:pt x="537210" y="276860"/>
                    <a:pt x="539750" y="289560"/>
                    <a:pt x="544830" y="307340"/>
                  </a:cubicBezTo>
                  <a:cubicBezTo>
                    <a:pt x="552450" y="340360"/>
                    <a:pt x="566420" y="406400"/>
                    <a:pt x="565150" y="447040"/>
                  </a:cubicBezTo>
                  <a:cubicBezTo>
                    <a:pt x="565150" y="480060"/>
                    <a:pt x="558800" y="508000"/>
                    <a:pt x="549910" y="533400"/>
                  </a:cubicBezTo>
                  <a:cubicBezTo>
                    <a:pt x="541020" y="554990"/>
                    <a:pt x="529590" y="571500"/>
                    <a:pt x="514350" y="589280"/>
                  </a:cubicBezTo>
                  <a:cubicBezTo>
                    <a:pt x="496570" y="608330"/>
                    <a:pt x="476250" y="627380"/>
                    <a:pt x="449580" y="642620"/>
                  </a:cubicBezTo>
                  <a:cubicBezTo>
                    <a:pt x="415290" y="662940"/>
                    <a:pt x="368300" y="680720"/>
                    <a:pt x="321310" y="693420"/>
                  </a:cubicBezTo>
                  <a:cubicBezTo>
                    <a:pt x="266700" y="708660"/>
                    <a:pt x="190500" y="721360"/>
                    <a:pt x="140970" y="721360"/>
                  </a:cubicBezTo>
                  <a:cubicBezTo>
                    <a:pt x="106680" y="721360"/>
                    <a:pt x="71120" y="718820"/>
                    <a:pt x="53340" y="708660"/>
                  </a:cubicBezTo>
                  <a:cubicBezTo>
                    <a:pt x="44450" y="702310"/>
                    <a:pt x="36830" y="694690"/>
                    <a:pt x="35560" y="685800"/>
                  </a:cubicBezTo>
                  <a:cubicBezTo>
                    <a:pt x="35560" y="678180"/>
                    <a:pt x="40640" y="665480"/>
                    <a:pt x="50800" y="661670"/>
                  </a:cubicBezTo>
                  <a:cubicBezTo>
                    <a:pt x="64770" y="654050"/>
                    <a:pt x="101600" y="678180"/>
                    <a:pt x="130810" y="679450"/>
                  </a:cubicBezTo>
                  <a:cubicBezTo>
                    <a:pt x="162560" y="681990"/>
                    <a:pt x="201930" y="679450"/>
                    <a:pt x="231140" y="670560"/>
                  </a:cubicBezTo>
                  <a:cubicBezTo>
                    <a:pt x="257810" y="662940"/>
                    <a:pt x="284480" y="650240"/>
                    <a:pt x="300990" y="633730"/>
                  </a:cubicBezTo>
                  <a:cubicBezTo>
                    <a:pt x="317500" y="618490"/>
                    <a:pt x="330200" y="598170"/>
                    <a:pt x="332740" y="574040"/>
                  </a:cubicBezTo>
                  <a:cubicBezTo>
                    <a:pt x="337820" y="544830"/>
                    <a:pt x="327660" y="485140"/>
                    <a:pt x="313690" y="468630"/>
                  </a:cubicBezTo>
                  <a:cubicBezTo>
                    <a:pt x="307340" y="461010"/>
                    <a:pt x="299720" y="462280"/>
                    <a:pt x="288290" y="461010"/>
                  </a:cubicBezTo>
                  <a:cubicBezTo>
                    <a:pt x="267970" y="457200"/>
                    <a:pt x="234950" y="457200"/>
                    <a:pt x="207010" y="463550"/>
                  </a:cubicBezTo>
                  <a:cubicBezTo>
                    <a:pt x="171450" y="469900"/>
                    <a:pt x="116840" y="504190"/>
                    <a:pt x="92710" y="502920"/>
                  </a:cubicBezTo>
                  <a:cubicBezTo>
                    <a:pt x="81280" y="501650"/>
                    <a:pt x="71120" y="496570"/>
                    <a:pt x="67310" y="488950"/>
                  </a:cubicBezTo>
                  <a:cubicBezTo>
                    <a:pt x="63500" y="481330"/>
                    <a:pt x="66040" y="467360"/>
                    <a:pt x="74930" y="457200"/>
                  </a:cubicBezTo>
                  <a:cubicBezTo>
                    <a:pt x="93980" y="435610"/>
                    <a:pt x="181610" y="427990"/>
                    <a:pt x="215900" y="405130"/>
                  </a:cubicBezTo>
                  <a:cubicBezTo>
                    <a:pt x="242570" y="387350"/>
                    <a:pt x="260350" y="365760"/>
                    <a:pt x="274320" y="342900"/>
                  </a:cubicBezTo>
                  <a:cubicBezTo>
                    <a:pt x="287020" y="322580"/>
                    <a:pt x="300990" y="299720"/>
                    <a:pt x="300990" y="276860"/>
                  </a:cubicBezTo>
                  <a:cubicBezTo>
                    <a:pt x="302260" y="254000"/>
                    <a:pt x="292100" y="228600"/>
                    <a:pt x="278130" y="207010"/>
                  </a:cubicBezTo>
                  <a:cubicBezTo>
                    <a:pt x="262890" y="180340"/>
                    <a:pt x="233680" y="147320"/>
                    <a:pt x="209550" y="133350"/>
                  </a:cubicBezTo>
                  <a:cubicBezTo>
                    <a:pt x="191770" y="123190"/>
                    <a:pt x="171450" y="120650"/>
                    <a:pt x="154940" y="120650"/>
                  </a:cubicBezTo>
                  <a:cubicBezTo>
                    <a:pt x="142240" y="121920"/>
                    <a:pt x="132080" y="127000"/>
                    <a:pt x="121920" y="133350"/>
                  </a:cubicBezTo>
                  <a:cubicBezTo>
                    <a:pt x="107950" y="142240"/>
                    <a:pt x="92710" y="153670"/>
                    <a:pt x="82550" y="170180"/>
                  </a:cubicBezTo>
                  <a:cubicBezTo>
                    <a:pt x="71120" y="191770"/>
                    <a:pt x="67310" y="218440"/>
                    <a:pt x="64770" y="252730"/>
                  </a:cubicBezTo>
                  <a:cubicBezTo>
                    <a:pt x="62230" y="307340"/>
                    <a:pt x="81280" y="393700"/>
                    <a:pt x="82550" y="464820"/>
                  </a:cubicBezTo>
                  <a:cubicBezTo>
                    <a:pt x="85090" y="537210"/>
                    <a:pt x="90170" y="650240"/>
                    <a:pt x="76200" y="683260"/>
                  </a:cubicBezTo>
                  <a:cubicBezTo>
                    <a:pt x="69850" y="694690"/>
                    <a:pt x="63500" y="702310"/>
                    <a:pt x="55880" y="703580"/>
                  </a:cubicBezTo>
                  <a:cubicBezTo>
                    <a:pt x="46990" y="704850"/>
                    <a:pt x="35560" y="702310"/>
                    <a:pt x="29210" y="692150"/>
                  </a:cubicBezTo>
                  <a:cubicBezTo>
                    <a:pt x="0" y="646430"/>
                    <a:pt x="7620" y="243840"/>
                    <a:pt x="36830" y="184150"/>
                  </a:cubicBezTo>
                  <a:cubicBezTo>
                    <a:pt x="44450" y="168910"/>
                    <a:pt x="57150" y="160020"/>
                    <a:pt x="66040" y="161290"/>
                  </a:cubicBezTo>
                  <a:cubicBezTo>
                    <a:pt x="73660" y="161290"/>
                    <a:pt x="87630" y="186690"/>
                    <a:pt x="87630" y="186690"/>
                  </a:cubicBezTo>
                </a:path>
              </a:pathLst>
            </a:custGeom>
            <a:solidFill>
              <a:srgbClr val="FDFDFD"/>
            </a:solidFill>
            <a:ln cap="sq">
              <a:noFill/>
              <a:prstDash val="solid"/>
              <a:miter/>
            </a:ln>
          </p:spPr>
        </p:sp>
      </p:grpSp>
      <p:grpSp>
        <p:nvGrpSpPr>
          <p:cNvPr name="Group 44" id="44"/>
          <p:cNvGrpSpPr/>
          <p:nvPr/>
        </p:nvGrpSpPr>
        <p:grpSpPr>
          <a:xfrm rot="0">
            <a:off x="12913995" y="7378065"/>
            <a:ext cx="1713548" cy="611505"/>
            <a:chOff x="0" y="0"/>
            <a:chExt cx="2284730" cy="815340"/>
          </a:xfrm>
        </p:grpSpPr>
        <p:sp>
          <p:nvSpPr>
            <p:cNvPr name="Freeform 45" id="45"/>
            <p:cNvSpPr/>
            <p:nvPr/>
          </p:nvSpPr>
          <p:spPr>
            <a:xfrm flipH="false" flipV="false" rot="0">
              <a:off x="49530" y="50800"/>
              <a:ext cx="2184400" cy="717550"/>
            </a:xfrm>
            <a:custGeom>
              <a:avLst/>
              <a:gdLst/>
              <a:ahLst/>
              <a:cxnLst/>
              <a:rect r="r" b="b" t="t" l="l"/>
              <a:pathLst>
                <a:path h="717550" w="2184400">
                  <a:moveTo>
                    <a:pt x="15240" y="666750"/>
                  </a:moveTo>
                  <a:cubicBezTo>
                    <a:pt x="104140" y="601980"/>
                    <a:pt x="113030" y="589280"/>
                    <a:pt x="121920" y="571500"/>
                  </a:cubicBezTo>
                  <a:cubicBezTo>
                    <a:pt x="132080" y="549910"/>
                    <a:pt x="138430" y="523240"/>
                    <a:pt x="144780" y="495300"/>
                  </a:cubicBezTo>
                  <a:cubicBezTo>
                    <a:pt x="153670" y="461010"/>
                    <a:pt x="162560" y="426720"/>
                    <a:pt x="165100" y="379730"/>
                  </a:cubicBezTo>
                  <a:cubicBezTo>
                    <a:pt x="167640" y="304800"/>
                    <a:pt x="146050" y="156210"/>
                    <a:pt x="143510" y="92710"/>
                  </a:cubicBezTo>
                  <a:cubicBezTo>
                    <a:pt x="142240" y="60960"/>
                    <a:pt x="137160" y="35560"/>
                    <a:pt x="143510" y="20320"/>
                  </a:cubicBezTo>
                  <a:cubicBezTo>
                    <a:pt x="147320" y="11430"/>
                    <a:pt x="152400" y="3810"/>
                    <a:pt x="158750" y="2540"/>
                  </a:cubicBezTo>
                  <a:cubicBezTo>
                    <a:pt x="166370" y="0"/>
                    <a:pt x="180340" y="2540"/>
                    <a:pt x="186690" y="8890"/>
                  </a:cubicBezTo>
                  <a:cubicBezTo>
                    <a:pt x="198120" y="19050"/>
                    <a:pt x="200660" y="39370"/>
                    <a:pt x="205740" y="66040"/>
                  </a:cubicBezTo>
                  <a:cubicBezTo>
                    <a:pt x="215900" y="120650"/>
                    <a:pt x="215900" y="238760"/>
                    <a:pt x="214630" y="330200"/>
                  </a:cubicBezTo>
                  <a:cubicBezTo>
                    <a:pt x="214630" y="430530"/>
                    <a:pt x="217170" y="603250"/>
                    <a:pt x="198120" y="645160"/>
                  </a:cubicBezTo>
                  <a:cubicBezTo>
                    <a:pt x="193040" y="657860"/>
                    <a:pt x="185420" y="662940"/>
                    <a:pt x="177800" y="665480"/>
                  </a:cubicBezTo>
                  <a:cubicBezTo>
                    <a:pt x="171450" y="666750"/>
                    <a:pt x="160020" y="662940"/>
                    <a:pt x="154940" y="657860"/>
                  </a:cubicBezTo>
                  <a:cubicBezTo>
                    <a:pt x="151130" y="654050"/>
                    <a:pt x="148590" y="650240"/>
                    <a:pt x="148590" y="641350"/>
                  </a:cubicBezTo>
                  <a:cubicBezTo>
                    <a:pt x="144780" y="607060"/>
                    <a:pt x="179070" y="444500"/>
                    <a:pt x="208280" y="381000"/>
                  </a:cubicBezTo>
                  <a:cubicBezTo>
                    <a:pt x="227330" y="339090"/>
                    <a:pt x="250190" y="302260"/>
                    <a:pt x="275590" y="284480"/>
                  </a:cubicBezTo>
                  <a:cubicBezTo>
                    <a:pt x="294640" y="273050"/>
                    <a:pt x="313690" y="270510"/>
                    <a:pt x="335280" y="271780"/>
                  </a:cubicBezTo>
                  <a:cubicBezTo>
                    <a:pt x="361950" y="273050"/>
                    <a:pt x="396240" y="281940"/>
                    <a:pt x="419100" y="297180"/>
                  </a:cubicBezTo>
                  <a:cubicBezTo>
                    <a:pt x="441960" y="311150"/>
                    <a:pt x="461010" y="335280"/>
                    <a:pt x="474980" y="356870"/>
                  </a:cubicBezTo>
                  <a:cubicBezTo>
                    <a:pt x="487680" y="377190"/>
                    <a:pt x="499110" y="397510"/>
                    <a:pt x="502920" y="421640"/>
                  </a:cubicBezTo>
                  <a:cubicBezTo>
                    <a:pt x="506730" y="452120"/>
                    <a:pt x="500380" y="490220"/>
                    <a:pt x="491490" y="525780"/>
                  </a:cubicBezTo>
                  <a:cubicBezTo>
                    <a:pt x="482600" y="562610"/>
                    <a:pt x="468630" y="609600"/>
                    <a:pt x="448310" y="638810"/>
                  </a:cubicBezTo>
                  <a:cubicBezTo>
                    <a:pt x="433070" y="662940"/>
                    <a:pt x="410210" y="681990"/>
                    <a:pt x="388620" y="692150"/>
                  </a:cubicBezTo>
                  <a:cubicBezTo>
                    <a:pt x="368300" y="702310"/>
                    <a:pt x="346710" y="708660"/>
                    <a:pt x="323850" y="704850"/>
                  </a:cubicBezTo>
                  <a:cubicBezTo>
                    <a:pt x="290830" y="698500"/>
                    <a:pt x="237490" y="659130"/>
                    <a:pt x="213360" y="640080"/>
                  </a:cubicBezTo>
                  <a:cubicBezTo>
                    <a:pt x="198120" y="628650"/>
                    <a:pt x="186690" y="621030"/>
                    <a:pt x="182880" y="608330"/>
                  </a:cubicBezTo>
                  <a:cubicBezTo>
                    <a:pt x="177800" y="598170"/>
                    <a:pt x="177800" y="577850"/>
                    <a:pt x="182880" y="571500"/>
                  </a:cubicBezTo>
                  <a:cubicBezTo>
                    <a:pt x="187960" y="565150"/>
                    <a:pt x="200660" y="562610"/>
                    <a:pt x="212090" y="565150"/>
                  </a:cubicBezTo>
                  <a:cubicBezTo>
                    <a:pt x="229870" y="568960"/>
                    <a:pt x="254000" y="600710"/>
                    <a:pt x="278130" y="613410"/>
                  </a:cubicBezTo>
                  <a:cubicBezTo>
                    <a:pt x="303530" y="627380"/>
                    <a:pt x="330200" y="638810"/>
                    <a:pt x="360680" y="642620"/>
                  </a:cubicBezTo>
                  <a:cubicBezTo>
                    <a:pt x="398780" y="646430"/>
                    <a:pt x="452120" y="643890"/>
                    <a:pt x="487680" y="626110"/>
                  </a:cubicBezTo>
                  <a:cubicBezTo>
                    <a:pt x="523240" y="607060"/>
                    <a:pt x="551180" y="572770"/>
                    <a:pt x="574040" y="532130"/>
                  </a:cubicBezTo>
                  <a:cubicBezTo>
                    <a:pt x="604520" y="481330"/>
                    <a:pt x="619760" y="369570"/>
                    <a:pt x="635000" y="336550"/>
                  </a:cubicBezTo>
                  <a:cubicBezTo>
                    <a:pt x="641350" y="323850"/>
                    <a:pt x="643890" y="318770"/>
                    <a:pt x="651510" y="311150"/>
                  </a:cubicBezTo>
                  <a:cubicBezTo>
                    <a:pt x="661670" y="303530"/>
                    <a:pt x="681990" y="290830"/>
                    <a:pt x="694690" y="293370"/>
                  </a:cubicBezTo>
                  <a:cubicBezTo>
                    <a:pt x="708660" y="297180"/>
                    <a:pt x="722630" y="318770"/>
                    <a:pt x="731520" y="335280"/>
                  </a:cubicBezTo>
                  <a:cubicBezTo>
                    <a:pt x="740410" y="351790"/>
                    <a:pt x="748030" y="383540"/>
                    <a:pt x="744220" y="396240"/>
                  </a:cubicBezTo>
                  <a:cubicBezTo>
                    <a:pt x="740410" y="403860"/>
                    <a:pt x="732790" y="410210"/>
                    <a:pt x="726440" y="411480"/>
                  </a:cubicBezTo>
                  <a:cubicBezTo>
                    <a:pt x="718820" y="414020"/>
                    <a:pt x="708660" y="412750"/>
                    <a:pt x="703580" y="406400"/>
                  </a:cubicBezTo>
                  <a:cubicBezTo>
                    <a:pt x="693420" y="394970"/>
                    <a:pt x="695960" y="335280"/>
                    <a:pt x="689610" y="335280"/>
                  </a:cubicBezTo>
                  <a:cubicBezTo>
                    <a:pt x="679450" y="335280"/>
                    <a:pt x="646430" y="444500"/>
                    <a:pt x="645160" y="490220"/>
                  </a:cubicBezTo>
                  <a:cubicBezTo>
                    <a:pt x="645160" y="528320"/>
                    <a:pt x="655320" y="567690"/>
                    <a:pt x="670560" y="591820"/>
                  </a:cubicBezTo>
                  <a:cubicBezTo>
                    <a:pt x="681990" y="610870"/>
                    <a:pt x="702310" y="629920"/>
                    <a:pt x="720090" y="632460"/>
                  </a:cubicBezTo>
                  <a:cubicBezTo>
                    <a:pt x="736600" y="635000"/>
                    <a:pt x="762000" y="619760"/>
                    <a:pt x="774700" y="609600"/>
                  </a:cubicBezTo>
                  <a:cubicBezTo>
                    <a:pt x="786130" y="600710"/>
                    <a:pt x="792480" y="590550"/>
                    <a:pt x="798830" y="577850"/>
                  </a:cubicBezTo>
                  <a:cubicBezTo>
                    <a:pt x="806450" y="560070"/>
                    <a:pt x="814070" y="535940"/>
                    <a:pt x="815340" y="509270"/>
                  </a:cubicBezTo>
                  <a:cubicBezTo>
                    <a:pt x="817880" y="476250"/>
                    <a:pt x="815340" y="422910"/>
                    <a:pt x="802640" y="391160"/>
                  </a:cubicBezTo>
                  <a:cubicBezTo>
                    <a:pt x="791210" y="367030"/>
                    <a:pt x="767080" y="340360"/>
                    <a:pt x="751840" y="332740"/>
                  </a:cubicBezTo>
                  <a:cubicBezTo>
                    <a:pt x="741680" y="328930"/>
                    <a:pt x="730250" y="328930"/>
                    <a:pt x="723900" y="334010"/>
                  </a:cubicBezTo>
                  <a:cubicBezTo>
                    <a:pt x="715010" y="341630"/>
                    <a:pt x="711200" y="364490"/>
                    <a:pt x="711200" y="386080"/>
                  </a:cubicBezTo>
                  <a:cubicBezTo>
                    <a:pt x="712470" y="419100"/>
                    <a:pt x="725170" y="482600"/>
                    <a:pt x="745490" y="515620"/>
                  </a:cubicBezTo>
                  <a:cubicBezTo>
                    <a:pt x="762000" y="541020"/>
                    <a:pt x="784860" y="557530"/>
                    <a:pt x="812800" y="571500"/>
                  </a:cubicBezTo>
                  <a:cubicBezTo>
                    <a:pt x="845820" y="588010"/>
                    <a:pt x="896620" y="601980"/>
                    <a:pt x="932180" y="601980"/>
                  </a:cubicBezTo>
                  <a:cubicBezTo>
                    <a:pt x="961390" y="600710"/>
                    <a:pt x="986790" y="591820"/>
                    <a:pt x="1012190" y="579120"/>
                  </a:cubicBezTo>
                  <a:cubicBezTo>
                    <a:pt x="1037590" y="565150"/>
                    <a:pt x="1068070" y="544830"/>
                    <a:pt x="1084580" y="523240"/>
                  </a:cubicBezTo>
                  <a:cubicBezTo>
                    <a:pt x="1098550" y="504190"/>
                    <a:pt x="1104900" y="486410"/>
                    <a:pt x="1108710" y="459740"/>
                  </a:cubicBezTo>
                  <a:cubicBezTo>
                    <a:pt x="1113790" y="421640"/>
                    <a:pt x="1107440" y="318770"/>
                    <a:pt x="1089660" y="311150"/>
                  </a:cubicBezTo>
                  <a:cubicBezTo>
                    <a:pt x="1080770" y="307340"/>
                    <a:pt x="1064260" y="325120"/>
                    <a:pt x="1051560" y="339090"/>
                  </a:cubicBezTo>
                  <a:cubicBezTo>
                    <a:pt x="1031240" y="363220"/>
                    <a:pt x="1004570" y="414020"/>
                    <a:pt x="996950" y="452120"/>
                  </a:cubicBezTo>
                  <a:cubicBezTo>
                    <a:pt x="989330" y="486410"/>
                    <a:pt x="989330" y="528320"/>
                    <a:pt x="1000760" y="556260"/>
                  </a:cubicBezTo>
                  <a:cubicBezTo>
                    <a:pt x="1009650" y="580390"/>
                    <a:pt x="1036320" y="613410"/>
                    <a:pt x="1051560" y="614680"/>
                  </a:cubicBezTo>
                  <a:cubicBezTo>
                    <a:pt x="1062990" y="614680"/>
                    <a:pt x="1070610" y="600710"/>
                    <a:pt x="1080770" y="586740"/>
                  </a:cubicBezTo>
                  <a:cubicBezTo>
                    <a:pt x="1099820" y="561340"/>
                    <a:pt x="1132840" y="504190"/>
                    <a:pt x="1144270" y="463550"/>
                  </a:cubicBezTo>
                  <a:cubicBezTo>
                    <a:pt x="1155700" y="426720"/>
                    <a:pt x="1144270" y="373380"/>
                    <a:pt x="1156970" y="355600"/>
                  </a:cubicBezTo>
                  <a:cubicBezTo>
                    <a:pt x="1164590" y="346710"/>
                    <a:pt x="1181100" y="341630"/>
                    <a:pt x="1188720" y="345440"/>
                  </a:cubicBezTo>
                  <a:cubicBezTo>
                    <a:pt x="1196340" y="347980"/>
                    <a:pt x="1201420" y="355600"/>
                    <a:pt x="1205230" y="369570"/>
                  </a:cubicBezTo>
                  <a:cubicBezTo>
                    <a:pt x="1215390" y="407670"/>
                    <a:pt x="1187450" y="577850"/>
                    <a:pt x="1200150" y="613410"/>
                  </a:cubicBezTo>
                  <a:cubicBezTo>
                    <a:pt x="1203960" y="626110"/>
                    <a:pt x="1209040" y="635000"/>
                    <a:pt x="1216660" y="635000"/>
                  </a:cubicBezTo>
                  <a:cubicBezTo>
                    <a:pt x="1231900" y="636270"/>
                    <a:pt x="1267460" y="598170"/>
                    <a:pt x="1283970" y="575310"/>
                  </a:cubicBezTo>
                  <a:cubicBezTo>
                    <a:pt x="1300480" y="551180"/>
                    <a:pt x="1311910" y="527050"/>
                    <a:pt x="1319530" y="495300"/>
                  </a:cubicBezTo>
                  <a:cubicBezTo>
                    <a:pt x="1329690" y="454660"/>
                    <a:pt x="1330960" y="388620"/>
                    <a:pt x="1328420" y="349250"/>
                  </a:cubicBezTo>
                  <a:cubicBezTo>
                    <a:pt x="1327150" y="321310"/>
                    <a:pt x="1319530" y="278130"/>
                    <a:pt x="1316990" y="278130"/>
                  </a:cubicBezTo>
                  <a:cubicBezTo>
                    <a:pt x="1314450" y="278130"/>
                    <a:pt x="1310640" y="308610"/>
                    <a:pt x="1313180" y="326390"/>
                  </a:cubicBezTo>
                  <a:cubicBezTo>
                    <a:pt x="1315720" y="347980"/>
                    <a:pt x="1323340" y="382270"/>
                    <a:pt x="1337310" y="401320"/>
                  </a:cubicBezTo>
                  <a:cubicBezTo>
                    <a:pt x="1348740" y="416560"/>
                    <a:pt x="1365250" y="429260"/>
                    <a:pt x="1383030" y="433070"/>
                  </a:cubicBezTo>
                  <a:cubicBezTo>
                    <a:pt x="1404620" y="438150"/>
                    <a:pt x="1436370" y="430530"/>
                    <a:pt x="1457960" y="420370"/>
                  </a:cubicBezTo>
                  <a:cubicBezTo>
                    <a:pt x="1480820" y="411480"/>
                    <a:pt x="1501140" y="393700"/>
                    <a:pt x="1516380" y="378460"/>
                  </a:cubicBezTo>
                  <a:cubicBezTo>
                    <a:pt x="1530350" y="363220"/>
                    <a:pt x="1539240" y="332740"/>
                    <a:pt x="1550670" y="331470"/>
                  </a:cubicBezTo>
                  <a:cubicBezTo>
                    <a:pt x="1558290" y="330200"/>
                    <a:pt x="1569720" y="339090"/>
                    <a:pt x="1574800" y="351790"/>
                  </a:cubicBezTo>
                  <a:cubicBezTo>
                    <a:pt x="1586230" y="379730"/>
                    <a:pt x="1557020" y="490220"/>
                    <a:pt x="1560830" y="534670"/>
                  </a:cubicBezTo>
                  <a:cubicBezTo>
                    <a:pt x="1563370" y="561340"/>
                    <a:pt x="1569720" y="580390"/>
                    <a:pt x="1578610" y="598170"/>
                  </a:cubicBezTo>
                  <a:cubicBezTo>
                    <a:pt x="1586230" y="612140"/>
                    <a:pt x="1592580" y="623570"/>
                    <a:pt x="1607820" y="631190"/>
                  </a:cubicBezTo>
                  <a:cubicBezTo>
                    <a:pt x="1634490" y="643890"/>
                    <a:pt x="1704340" y="638810"/>
                    <a:pt x="1743710" y="633730"/>
                  </a:cubicBezTo>
                  <a:cubicBezTo>
                    <a:pt x="1775460" y="629920"/>
                    <a:pt x="1805940" y="621030"/>
                    <a:pt x="1827530" y="610870"/>
                  </a:cubicBezTo>
                  <a:cubicBezTo>
                    <a:pt x="1842770" y="603250"/>
                    <a:pt x="1852930" y="596900"/>
                    <a:pt x="1865630" y="585470"/>
                  </a:cubicBezTo>
                  <a:cubicBezTo>
                    <a:pt x="1882140" y="568960"/>
                    <a:pt x="1901190" y="544830"/>
                    <a:pt x="1913890" y="521970"/>
                  </a:cubicBezTo>
                  <a:cubicBezTo>
                    <a:pt x="1927860" y="497840"/>
                    <a:pt x="1940560" y="467360"/>
                    <a:pt x="1944370" y="443230"/>
                  </a:cubicBezTo>
                  <a:cubicBezTo>
                    <a:pt x="1948180" y="425450"/>
                    <a:pt x="1950720" y="403860"/>
                    <a:pt x="1944370" y="391160"/>
                  </a:cubicBezTo>
                  <a:cubicBezTo>
                    <a:pt x="1939290" y="378460"/>
                    <a:pt x="1926590" y="372110"/>
                    <a:pt x="1913890" y="365760"/>
                  </a:cubicBezTo>
                  <a:cubicBezTo>
                    <a:pt x="1896110" y="356870"/>
                    <a:pt x="1864360" y="346710"/>
                    <a:pt x="1846580" y="351790"/>
                  </a:cubicBezTo>
                  <a:cubicBezTo>
                    <a:pt x="1831340" y="355600"/>
                    <a:pt x="1822450" y="369570"/>
                    <a:pt x="1812290" y="382270"/>
                  </a:cubicBezTo>
                  <a:cubicBezTo>
                    <a:pt x="1799590" y="398780"/>
                    <a:pt x="1784350" y="421640"/>
                    <a:pt x="1780540" y="448310"/>
                  </a:cubicBezTo>
                  <a:cubicBezTo>
                    <a:pt x="1774190" y="485140"/>
                    <a:pt x="1790700" y="561340"/>
                    <a:pt x="1800860" y="589280"/>
                  </a:cubicBezTo>
                  <a:cubicBezTo>
                    <a:pt x="1804670" y="603250"/>
                    <a:pt x="1805940" y="610870"/>
                    <a:pt x="1814830" y="617220"/>
                  </a:cubicBezTo>
                  <a:cubicBezTo>
                    <a:pt x="1826260" y="627380"/>
                    <a:pt x="1854200" y="636270"/>
                    <a:pt x="1869440" y="635000"/>
                  </a:cubicBezTo>
                  <a:cubicBezTo>
                    <a:pt x="1880870" y="633730"/>
                    <a:pt x="1889760" y="631190"/>
                    <a:pt x="1897380" y="621030"/>
                  </a:cubicBezTo>
                  <a:cubicBezTo>
                    <a:pt x="1911350" y="607060"/>
                    <a:pt x="1917700" y="570230"/>
                    <a:pt x="1925320" y="539750"/>
                  </a:cubicBezTo>
                  <a:cubicBezTo>
                    <a:pt x="1932940" y="505460"/>
                    <a:pt x="1935480" y="476250"/>
                    <a:pt x="1938020" y="427990"/>
                  </a:cubicBezTo>
                  <a:cubicBezTo>
                    <a:pt x="1941830" y="335280"/>
                    <a:pt x="1903730" y="81280"/>
                    <a:pt x="1925320" y="29210"/>
                  </a:cubicBezTo>
                  <a:cubicBezTo>
                    <a:pt x="1931670" y="12700"/>
                    <a:pt x="1944370" y="2540"/>
                    <a:pt x="1953260" y="3810"/>
                  </a:cubicBezTo>
                  <a:cubicBezTo>
                    <a:pt x="1960880" y="3810"/>
                    <a:pt x="1969770" y="12700"/>
                    <a:pt x="1976120" y="27940"/>
                  </a:cubicBezTo>
                  <a:cubicBezTo>
                    <a:pt x="1996440" y="81280"/>
                    <a:pt x="1969770" y="356870"/>
                    <a:pt x="1976120" y="443230"/>
                  </a:cubicBezTo>
                  <a:cubicBezTo>
                    <a:pt x="1978660" y="482600"/>
                    <a:pt x="1978660" y="501650"/>
                    <a:pt x="1988820" y="529590"/>
                  </a:cubicBezTo>
                  <a:cubicBezTo>
                    <a:pt x="2000250" y="560070"/>
                    <a:pt x="2025650" y="601980"/>
                    <a:pt x="2042160" y="618490"/>
                  </a:cubicBezTo>
                  <a:cubicBezTo>
                    <a:pt x="2052320" y="627380"/>
                    <a:pt x="2057400" y="629920"/>
                    <a:pt x="2070100" y="633730"/>
                  </a:cubicBezTo>
                  <a:cubicBezTo>
                    <a:pt x="2092960" y="641350"/>
                    <a:pt x="2162810" y="629920"/>
                    <a:pt x="2176780" y="643890"/>
                  </a:cubicBezTo>
                  <a:cubicBezTo>
                    <a:pt x="2184400" y="651510"/>
                    <a:pt x="2184400" y="668020"/>
                    <a:pt x="2180590" y="674370"/>
                  </a:cubicBezTo>
                  <a:cubicBezTo>
                    <a:pt x="2175510" y="681990"/>
                    <a:pt x="2151380" y="687070"/>
                    <a:pt x="2143760" y="683260"/>
                  </a:cubicBezTo>
                  <a:cubicBezTo>
                    <a:pt x="2137410" y="678180"/>
                    <a:pt x="2133600" y="652780"/>
                    <a:pt x="2138680" y="646430"/>
                  </a:cubicBezTo>
                  <a:cubicBezTo>
                    <a:pt x="2143760" y="640080"/>
                    <a:pt x="2167890" y="637540"/>
                    <a:pt x="2174240" y="642620"/>
                  </a:cubicBezTo>
                  <a:cubicBezTo>
                    <a:pt x="2180590" y="646430"/>
                    <a:pt x="2184400" y="657860"/>
                    <a:pt x="2183130" y="664210"/>
                  </a:cubicBezTo>
                  <a:cubicBezTo>
                    <a:pt x="2183130" y="671830"/>
                    <a:pt x="2178050" y="679450"/>
                    <a:pt x="2170430" y="684530"/>
                  </a:cubicBezTo>
                  <a:cubicBezTo>
                    <a:pt x="2157730" y="692150"/>
                    <a:pt x="2127250" y="692150"/>
                    <a:pt x="2104390" y="690880"/>
                  </a:cubicBezTo>
                  <a:cubicBezTo>
                    <a:pt x="2080260" y="688340"/>
                    <a:pt x="2052320" y="684530"/>
                    <a:pt x="2030730" y="671830"/>
                  </a:cubicBezTo>
                  <a:cubicBezTo>
                    <a:pt x="2006600" y="657860"/>
                    <a:pt x="1983740" y="632460"/>
                    <a:pt x="1968500" y="610870"/>
                  </a:cubicBezTo>
                  <a:cubicBezTo>
                    <a:pt x="1954530" y="590550"/>
                    <a:pt x="1946910" y="568960"/>
                    <a:pt x="1940560" y="543560"/>
                  </a:cubicBezTo>
                  <a:cubicBezTo>
                    <a:pt x="1931670" y="514350"/>
                    <a:pt x="1929130" y="487680"/>
                    <a:pt x="1925320" y="443230"/>
                  </a:cubicBezTo>
                  <a:cubicBezTo>
                    <a:pt x="1918970" y="359410"/>
                    <a:pt x="1916430" y="143510"/>
                    <a:pt x="1920240" y="74930"/>
                  </a:cubicBezTo>
                  <a:cubicBezTo>
                    <a:pt x="1922780" y="46990"/>
                    <a:pt x="1920240" y="29210"/>
                    <a:pt x="1927860" y="17780"/>
                  </a:cubicBezTo>
                  <a:cubicBezTo>
                    <a:pt x="1932940" y="8890"/>
                    <a:pt x="1945640" y="2540"/>
                    <a:pt x="1953260" y="3810"/>
                  </a:cubicBezTo>
                  <a:cubicBezTo>
                    <a:pt x="1962150" y="5080"/>
                    <a:pt x="1969770" y="12700"/>
                    <a:pt x="1976120" y="27940"/>
                  </a:cubicBezTo>
                  <a:cubicBezTo>
                    <a:pt x="1997710" y="80010"/>
                    <a:pt x="1995170" y="330200"/>
                    <a:pt x="1988820" y="434340"/>
                  </a:cubicBezTo>
                  <a:cubicBezTo>
                    <a:pt x="1985010" y="499110"/>
                    <a:pt x="1978660" y="549910"/>
                    <a:pt x="1964690" y="591820"/>
                  </a:cubicBezTo>
                  <a:cubicBezTo>
                    <a:pt x="1953260" y="622300"/>
                    <a:pt x="1938020" y="651510"/>
                    <a:pt x="1922780" y="665480"/>
                  </a:cubicBezTo>
                  <a:cubicBezTo>
                    <a:pt x="1912620" y="674370"/>
                    <a:pt x="1903730" y="676910"/>
                    <a:pt x="1889760" y="679450"/>
                  </a:cubicBezTo>
                  <a:cubicBezTo>
                    <a:pt x="1869440" y="681990"/>
                    <a:pt x="1830070" y="679450"/>
                    <a:pt x="1808480" y="669290"/>
                  </a:cubicBezTo>
                  <a:cubicBezTo>
                    <a:pt x="1789430" y="660400"/>
                    <a:pt x="1774190" y="646430"/>
                    <a:pt x="1762760" y="627380"/>
                  </a:cubicBezTo>
                  <a:cubicBezTo>
                    <a:pt x="1747520" y="601980"/>
                    <a:pt x="1736090" y="561340"/>
                    <a:pt x="1731010" y="527050"/>
                  </a:cubicBezTo>
                  <a:cubicBezTo>
                    <a:pt x="1727200" y="495300"/>
                    <a:pt x="1724660" y="459740"/>
                    <a:pt x="1732280" y="429260"/>
                  </a:cubicBezTo>
                  <a:cubicBezTo>
                    <a:pt x="1739900" y="400050"/>
                    <a:pt x="1761490" y="367030"/>
                    <a:pt x="1778000" y="345440"/>
                  </a:cubicBezTo>
                  <a:cubicBezTo>
                    <a:pt x="1789430" y="330200"/>
                    <a:pt x="1800860" y="318770"/>
                    <a:pt x="1816100" y="311150"/>
                  </a:cubicBezTo>
                  <a:cubicBezTo>
                    <a:pt x="1835150" y="302260"/>
                    <a:pt x="1861820" y="298450"/>
                    <a:pt x="1885950" y="300990"/>
                  </a:cubicBezTo>
                  <a:cubicBezTo>
                    <a:pt x="1912620" y="304800"/>
                    <a:pt x="1948180" y="321310"/>
                    <a:pt x="1967230" y="336550"/>
                  </a:cubicBezTo>
                  <a:cubicBezTo>
                    <a:pt x="1981200" y="349250"/>
                    <a:pt x="1990090" y="363220"/>
                    <a:pt x="1995170" y="381000"/>
                  </a:cubicBezTo>
                  <a:cubicBezTo>
                    <a:pt x="2000250" y="402590"/>
                    <a:pt x="1998980" y="431800"/>
                    <a:pt x="1992630" y="458470"/>
                  </a:cubicBezTo>
                  <a:cubicBezTo>
                    <a:pt x="1987550" y="488950"/>
                    <a:pt x="1972310" y="521970"/>
                    <a:pt x="1955800" y="551180"/>
                  </a:cubicBezTo>
                  <a:cubicBezTo>
                    <a:pt x="1939290" y="579120"/>
                    <a:pt x="1915160" y="608330"/>
                    <a:pt x="1893570" y="627380"/>
                  </a:cubicBezTo>
                  <a:cubicBezTo>
                    <a:pt x="1877060" y="642620"/>
                    <a:pt x="1863090" y="650240"/>
                    <a:pt x="1842770" y="659130"/>
                  </a:cubicBezTo>
                  <a:cubicBezTo>
                    <a:pt x="1816100" y="670560"/>
                    <a:pt x="1783080" y="679450"/>
                    <a:pt x="1748790" y="684530"/>
                  </a:cubicBezTo>
                  <a:cubicBezTo>
                    <a:pt x="1706880" y="689610"/>
                    <a:pt x="1647190" y="697230"/>
                    <a:pt x="1609090" y="683260"/>
                  </a:cubicBezTo>
                  <a:cubicBezTo>
                    <a:pt x="1577340" y="670560"/>
                    <a:pt x="1546860" y="641350"/>
                    <a:pt x="1531620" y="614680"/>
                  </a:cubicBezTo>
                  <a:cubicBezTo>
                    <a:pt x="1516380" y="590550"/>
                    <a:pt x="1512570" y="566420"/>
                    <a:pt x="1510030" y="533400"/>
                  </a:cubicBezTo>
                  <a:cubicBezTo>
                    <a:pt x="1506220" y="483870"/>
                    <a:pt x="1517650" y="377190"/>
                    <a:pt x="1529080" y="341630"/>
                  </a:cubicBezTo>
                  <a:cubicBezTo>
                    <a:pt x="1534160" y="326390"/>
                    <a:pt x="1537970" y="317500"/>
                    <a:pt x="1546860" y="311150"/>
                  </a:cubicBezTo>
                  <a:cubicBezTo>
                    <a:pt x="1554480" y="304800"/>
                    <a:pt x="1570990" y="299720"/>
                    <a:pt x="1579880" y="303530"/>
                  </a:cubicBezTo>
                  <a:cubicBezTo>
                    <a:pt x="1590040" y="308610"/>
                    <a:pt x="1600200" y="330200"/>
                    <a:pt x="1600200" y="344170"/>
                  </a:cubicBezTo>
                  <a:cubicBezTo>
                    <a:pt x="1598930" y="359410"/>
                    <a:pt x="1583690" y="378460"/>
                    <a:pt x="1570990" y="393700"/>
                  </a:cubicBezTo>
                  <a:cubicBezTo>
                    <a:pt x="1558290" y="410210"/>
                    <a:pt x="1540510" y="425450"/>
                    <a:pt x="1521460" y="439420"/>
                  </a:cubicBezTo>
                  <a:cubicBezTo>
                    <a:pt x="1496060" y="455930"/>
                    <a:pt x="1460500" y="480060"/>
                    <a:pt x="1431290" y="485140"/>
                  </a:cubicBezTo>
                  <a:cubicBezTo>
                    <a:pt x="1407160" y="490220"/>
                    <a:pt x="1381760" y="487680"/>
                    <a:pt x="1358900" y="477520"/>
                  </a:cubicBezTo>
                  <a:cubicBezTo>
                    <a:pt x="1334770" y="467360"/>
                    <a:pt x="1305560" y="441960"/>
                    <a:pt x="1290320" y="419100"/>
                  </a:cubicBezTo>
                  <a:cubicBezTo>
                    <a:pt x="1276350" y="398780"/>
                    <a:pt x="1270000" y="374650"/>
                    <a:pt x="1266190" y="350520"/>
                  </a:cubicBezTo>
                  <a:cubicBezTo>
                    <a:pt x="1263650" y="327660"/>
                    <a:pt x="1263650" y="299720"/>
                    <a:pt x="1271270" y="279400"/>
                  </a:cubicBezTo>
                  <a:cubicBezTo>
                    <a:pt x="1278890" y="260350"/>
                    <a:pt x="1295400" y="233680"/>
                    <a:pt x="1310640" y="229870"/>
                  </a:cubicBezTo>
                  <a:cubicBezTo>
                    <a:pt x="1324610" y="224790"/>
                    <a:pt x="1348740" y="236220"/>
                    <a:pt x="1358900" y="246380"/>
                  </a:cubicBezTo>
                  <a:cubicBezTo>
                    <a:pt x="1369060" y="256540"/>
                    <a:pt x="1369060" y="269240"/>
                    <a:pt x="1371600" y="288290"/>
                  </a:cubicBezTo>
                  <a:cubicBezTo>
                    <a:pt x="1377950" y="325120"/>
                    <a:pt x="1386840" y="403860"/>
                    <a:pt x="1377950" y="458470"/>
                  </a:cubicBezTo>
                  <a:cubicBezTo>
                    <a:pt x="1369060" y="510540"/>
                    <a:pt x="1348740" y="568960"/>
                    <a:pt x="1323340" y="607060"/>
                  </a:cubicBezTo>
                  <a:cubicBezTo>
                    <a:pt x="1303020" y="637540"/>
                    <a:pt x="1273810" y="664210"/>
                    <a:pt x="1249680" y="675640"/>
                  </a:cubicBezTo>
                  <a:cubicBezTo>
                    <a:pt x="1231900" y="684530"/>
                    <a:pt x="1211580" y="687070"/>
                    <a:pt x="1195070" y="683260"/>
                  </a:cubicBezTo>
                  <a:cubicBezTo>
                    <a:pt x="1181100" y="679450"/>
                    <a:pt x="1165860" y="666750"/>
                    <a:pt x="1158240" y="654050"/>
                  </a:cubicBezTo>
                  <a:cubicBezTo>
                    <a:pt x="1150620" y="642620"/>
                    <a:pt x="1150620" y="632460"/>
                    <a:pt x="1149350" y="613410"/>
                  </a:cubicBezTo>
                  <a:cubicBezTo>
                    <a:pt x="1144270" y="566420"/>
                    <a:pt x="1144270" y="403860"/>
                    <a:pt x="1154430" y="367030"/>
                  </a:cubicBezTo>
                  <a:cubicBezTo>
                    <a:pt x="1156970" y="356870"/>
                    <a:pt x="1159510" y="350520"/>
                    <a:pt x="1165860" y="346710"/>
                  </a:cubicBezTo>
                  <a:cubicBezTo>
                    <a:pt x="1170940" y="342900"/>
                    <a:pt x="1182370" y="341630"/>
                    <a:pt x="1188720" y="345440"/>
                  </a:cubicBezTo>
                  <a:cubicBezTo>
                    <a:pt x="1196340" y="347980"/>
                    <a:pt x="1202690" y="356870"/>
                    <a:pt x="1205230" y="369570"/>
                  </a:cubicBezTo>
                  <a:cubicBezTo>
                    <a:pt x="1210310" y="392430"/>
                    <a:pt x="1203960" y="443230"/>
                    <a:pt x="1192530" y="481330"/>
                  </a:cubicBezTo>
                  <a:cubicBezTo>
                    <a:pt x="1178560" y="527050"/>
                    <a:pt x="1139190" y="594360"/>
                    <a:pt x="1115060" y="623570"/>
                  </a:cubicBezTo>
                  <a:cubicBezTo>
                    <a:pt x="1101090" y="640080"/>
                    <a:pt x="1089660" y="650240"/>
                    <a:pt x="1075690" y="656590"/>
                  </a:cubicBezTo>
                  <a:cubicBezTo>
                    <a:pt x="1062990" y="661670"/>
                    <a:pt x="1050290" y="664210"/>
                    <a:pt x="1036320" y="661670"/>
                  </a:cubicBezTo>
                  <a:cubicBezTo>
                    <a:pt x="1019810" y="656590"/>
                    <a:pt x="996950" y="641350"/>
                    <a:pt x="982980" y="626110"/>
                  </a:cubicBezTo>
                  <a:cubicBezTo>
                    <a:pt x="969010" y="609600"/>
                    <a:pt x="958850" y="586740"/>
                    <a:pt x="951230" y="568960"/>
                  </a:cubicBezTo>
                  <a:cubicBezTo>
                    <a:pt x="944880" y="553720"/>
                    <a:pt x="942340" y="542290"/>
                    <a:pt x="941070" y="525780"/>
                  </a:cubicBezTo>
                  <a:cubicBezTo>
                    <a:pt x="939800" y="500380"/>
                    <a:pt x="941070" y="464820"/>
                    <a:pt x="949960" y="431800"/>
                  </a:cubicBezTo>
                  <a:cubicBezTo>
                    <a:pt x="960120" y="393700"/>
                    <a:pt x="988060" y="345440"/>
                    <a:pt x="1008380" y="312420"/>
                  </a:cubicBezTo>
                  <a:cubicBezTo>
                    <a:pt x="1023620" y="288290"/>
                    <a:pt x="1037590" y="260350"/>
                    <a:pt x="1057910" y="254000"/>
                  </a:cubicBezTo>
                  <a:cubicBezTo>
                    <a:pt x="1075690" y="247650"/>
                    <a:pt x="1106170" y="257810"/>
                    <a:pt x="1120140" y="269240"/>
                  </a:cubicBezTo>
                  <a:cubicBezTo>
                    <a:pt x="1132840" y="278130"/>
                    <a:pt x="1137920" y="290830"/>
                    <a:pt x="1144270" y="309880"/>
                  </a:cubicBezTo>
                  <a:cubicBezTo>
                    <a:pt x="1155700" y="345440"/>
                    <a:pt x="1164590" y="427990"/>
                    <a:pt x="1156970" y="473710"/>
                  </a:cubicBezTo>
                  <a:cubicBezTo>
                    <a:pt x="1151890" y="508000"/>
                    <a:pt x="1137920" y="534670"/>
                    <a:pt x="1118870" y="560070"/>
                  </a:cubicBezTo>
                  <a:cubicBezTo>
                    <a:pt x="1097280" y="586740"/>
                    <a:pt x="1060450" y="609600"/>
                    <a:pt x="1032510" y="624840"/>
                  </a:cubicBezTo>
                  <a:cubicBezTo>
                    <a:pt x="1008380" y="637540"/>
                    <a:pt x="988060" y="646430"/>
                    <a:pt x="961390" y="650240"/>
                  </a:cubicBezTo>
                  <a:cubicBezTo>
                    <a:pt x="930910" y="654050"/>
                    <a:pt x="891540" y="650240"/>
                    <a:pt x="858520" y="642620"/>
                  </a:cubicBezTo>
                  <a:cubicBezTo>
                    <a:pt x="826770" y="635000"/>
                    <a:pt x="791210" y="619760"/>
                    <a:pt x="765810" y="603250"/>
                  </a:cubicBezTo>
                  <a:cubicBezTo>
                    <a:pt x="742950" y="588010"/>
                    <a:pt x="726440" y="572770"/>
                    <a:pt x="711200" y="551180"/>
                  </a:cubicBezTo>
                  <a:cubicBezTo>
                    <a:pt x="694690" y="527050"/>
                    <a:pt x="681990" y="495300"/>
                    <a:pt x="673100" y="463550"/>
                  </a:cubicBezTo>
                  <a:cubicBezTo>
                    <a:pt x="664210" y="429260"/>
                    <a:pt x="655320" y="379730"/>
                    <a:pt x="659130" y="351790"/>
                  </a:cubicBezTo>
                  <a:cubicBezTo>
                    <a:pt x="661670" y="332740"/>
                    <a:pt x="669290" y="318770"/>
                    <a:pt x="679450" y="307340"/>
                  </a:cubicBezTo>
                  <a:cubicBezTo>
                    <a:pt x="688340" y="297180"/>
                    <a:pt x="701040" y="288290"/>
                    <a:pt x="713740" y="285750"/>
                  </a:cubicBezTo>
                  <a:cubicBezTo>
                    <a:pt x="725170" y="281940"/>
                    <a:pt x="737870" y="280670"/>
                    <a:pt x="751840" y="284480"/>
                  </a:cubicBezTo>
                  <a:cubicBezTo>
                    <a:pt x="770890" y="289560"/>
                    <a:pt x="798830" y="308610"/>
                    <a:pt x="814070" y="322580"/>
                  </a:cubicBezTo>
                  <a:cubicBezTo>
                    <a:pt x="825500" y="331470"/>
                    <a:pt x="831850" y="337820"/>
                    <a:pt x="838200" y="350520"/>
                  </a:cubicBezTo>
                  <a:cubicBezTo>
                    <a:pt x="848360" y="368300"/>
                    <a:pt x="858520" y="394970"/>
                    <a:pt x="862330" y="422910"/>
                  </a:cubicBezTo>
                  <a:cubicBezTo>
                    <a:pt x="867410" y="461010"/>
                    <a:pt x="862330" y="527050"/>
                    <a:pt x="855980" y="560070"/>
                  </a:cubicBezTo>
                  <a:cubicBezTo>
                    <a:pt x="853440" y="577850"/>
                    <a:pt x="850900" y="588010"/>
                    <a:pt x="843280" y="601980"/>
                  </a:cubicBezTo>
                  <a:cubicBezTo>
                    <a:pt x="833120" y="619760"/>
                    <a:pt x="815340" y="641350"/>
                    <a:pt x="800100" y="654050"/>
                  </a:cubicBezTo>
                  <a:cubicBezTo>
                    <a:pt x="786130" y="664210"/>
                    <a:pt x="774700" y="671830"/>
                    <a:pt x="756920" y="675640"/>
                  </a:cubicBezTo>
                  <a:cubicBezTo>
                    <a:pt x="735330" y="679450"/>
                    <a:pt x="697230" y="679450"/>
                    <a:pt x="675640" y="670560"/>
                  </a:cubicBezTo>
                  <a:cubicBezTo>
                    <a:pt x="659130" y="662940"/>
                    <a:pt x="647700" y="646430"/>
                    <a:pt x="636270" y="631190"/>
                  </a:cubicBezTo>
                  <a:cubicBezTo>
                    <a:pt x="626110" y="615950"/>
                    <a:pt x="617220" y="599440"/>
                    <a:pt x="610870" y="577850"/>
                  </a:cubicBezTo>
                  <a:cubicBezTo>
                    <a:pt x="601980" y="552450"/>
                    <a:pt x="594360" y="515620"/>
                    <a:pt x="594360" y="483870"/>
                  </a:cubicBezTo>
                  <a:cubicBezTo>
                    <a:pt x="595630" y="453390"/>
                    <a:pt x="601980" y="422910"/>
                    <a:pt x="612140" y="394970"/>
                  </a:cubicBezTo>
                  <a:cubicBezTo>
                    <a:pt x="623570" y="364490"/>
                    <a:pt x="645160" y="322580"/>
                    <a:pt x="660400" y="306070"/>
                  </a:cubicBezTo>
                  <a:cubicBezTo>
                    <a:pt x="669290" y="297180"/>
                    <a:pt x="675640" y="293370"/>
                    <a:pt x="685800" y="292100"/>
                  </a:cubicBezTo>
                  <a:cubicBezTo>
                    <a:pt x="698500" y="290830"/>
                    <a:pt x="720090" y="294640"/>
                    <a:pt x="730250" y="307340"/>
                  </a:cubicBezTo>
                  <a:cubicBezTo>
                    <a:pt x="744220" y="323850"/>
                    <a:pt x="749300" y="379730"/>
                    <a:pt x="744220" y="396240"/>
                  </a:cubicBezTo>
                  <a:cubicBezTo>
                    <a:pt x="740410" y="405130"/>
                    <a:pt x="732790" y="410210"/>
                    <a:pt x="726440" y="411480"/>
                  </a:cubicBezTo>
                  <a:cubicBezTo>
                    <a:pt x="718820" y="414020"/>
                    <a:pt x="708660" y="412750"/>
                    <a:pt x="703580" y="406400"/>
                  </a:cubicBezTo>
                  <a:cubicBezTo>
                    <a:pt x="693420" y="396240"/>
                    <a:pt x="699770" y="341630"/>
                    <a:pt x="693420" y="340360"/>
                  </a:cubicBezTo>
                  <a:cubicBezTo>
                    <a:pt x="680720" y="339090"/>
                    <a:pt x="647700" y="505460"/>
                    <a:pt x="617220" y="560070"/>
                  </a:cubicBezTo>
                  <a:cubicBezTo>
                    <a:pt x="596900" y="596900"/>
                    <a:pt x="575310" y="624840"/>
                    <a:pt x="547370" y="646430"/>
                  </a:cubicBezTo>
                  <a:cubicBezTo>
                    <a:pt x="520700" y="668020"/>
                    <a:pt x="485140" y="681990"/>
                    <a:pt x="452120" y="689610"/>
                  </a:cubicBezTo>
                  <a:cubicBezTo>
                    <a:pt x="417830" y="695960"/>
                    <a:pt x="378460" y="695960"/>
                    <a:pt x="345440" y="690880"/>
                  </a:cubicBezTo>
                  <a:cubicBezTo>
                    <a:pt x="313690" y="685800"/>
                    <a:pt x="281940" y="673100"/>
                    <a:pt x="254000" y="657860"/>
                  </a:cubicBezTo>
                  <a:cubicBezTo>
                    <a:pt x="227330" y="643890"/>
                    <a:pt x="190500" y="623570"/>
                    <a:pt x="181610" y="604520"/>
                  </a:cubicBezTo>
                  <a:cubicBezTo>
                    <a:pt x="176530" y="594360"/>
                    <a:pt x="177800" y="577850"/>
                    <a:pt x="182880" y="571500"/>
                  </a:cubicBezTo>
                  <a:cubicBezTo>
                    <a:pt x="187960" y="565150"/>
                    <a:pt x="199390" y="562610"/>
                    <a:pt x="212090" y="565150"/>
                  </a:cubicBezTo>
                  <a:cubicBezTo>
                    <a:pt x="238760" y="571500"/>
                    <a:pt x="294640" y="647700"/>
                    <a:pt x="327660" y="654050"/>
                  </a:cubicBezTo>
                  <a:cubicBezTo>
                    <a:pt x="349250" y="657860"/>
                    <a:pt x="369570" y="647700"/>
                    <a:pt x="384810" y="636270"/>
                  </a:cubicBezTo>
                  <a:cubicBezTo>
                    <a:pt x="400050" y="624840"/>
                    <a:pt x="408940" y="608330"/>
                    <a:pt x="419100" y="588010"/>
                  </a:cubicBezTo>
                  <a:cubicBezTo>
                    <a:pt x="433070" y="557530"/>
                    <a:pt x="450850" y="501650"/>
                    <a:pt x="453390" y="468630"/>
                  </a:cubicBezTo>
                  <a:cubicBezTo>
                    <a:pt x="455930" y="444500"/>
                    <a:pt x="455930" y="426720"/>
                    <a:pt x="447040" y="407670"/>
                  </a:cubicBezTo>
                  <a:cubicBezTo>
                    <a:pt x="438150" y="384810"/>
                    <a:pt x="417830" y="355600"/>
                    <a:pt x="396240" y="341630"/>
                  </a:cubicBezTo>
                  <a:cubicBezTo>
                    <a:pt x="374650" y="327660"/>
                    <a:pt x="337820" y="317500"/>
                    <a:pt x="316230" y="323850"/>
                  </a:cubicBezTo>
                  <a:cubicBezTo>
                    <a:pt x="295910" y="328930"/>
                    <a:pt x="283210" y="344170"/>
                    <a:pt x="269240" y="368300"/>
                  </a:cubicBezTo>
                  <a:cubicBezTo>
                    <a:pt x="238760" y="419100"/>
                    <a:pt x="224790" y="615950"/>
                    <a:pt x="196850" y="650240"/>
                  </a:cubicBezTo>
                  <a:cubicBezTo>
                    <a:pt x="186690" y="661670"/>
                    <a:pt x="173990" y="665480"/>
                    <a:pt x="166370" y="664210"/>
                  </a:cubicBezTo>
                  <a:cubicBezTo>
                    <a:pt x="158750" y="662940"/>
                    <a:pt x="153670" y="655320"/>
                    <a:pt x="148590" y="647700"/>
                  </a:cubicBezTo>
                  <a:cubicBezTo>
                    <a:pt x="143510" y="633730"/>
                    <a:pt x="143510" y="614680"/>
                    <a:pt x="143510" y="586740"/>
                  </a:cubicBezTo>
                  <a:cubicBezTo>
                    <a:pt x="142240" y="530860"/>
                    <a:pt x="163830" y="420370"/>
                    <a:pt x="163830" y="331470"/>
                  </a:cubicBezTo>
                  <a:cubicBezTo>
                    <a:pt x="165100" y="233680"/>
                    <a:pt x="124460" y="69850"/>
                    <a:pt x="142240" y="25400"/>
                  </a:cubicBezTo>
                  <a:cubicBezTo>
                    <a:pt x="148590" y="10160"/>
                    <a:pt x="162560" y="1270"/>
                    <a:pt x="171450" y="0"/>
                  </a:cubicBezTo>
                  <a:cubicBezTo>
                    <a:pt x="179070" y="0"/>
                    <a:pt x="186690" y="7620"/>
                    <a:pt x="193040" y="19050"/>
                  </a:cubicBezTo>
                  <a:cubicBezTo>
                    <a:pt x="213360" y="59690"/>
                    <a:pt x="217170" y="246380"/>
                    <a:pt x="215900" y="336550"/>
                  </a:cubicBezTo>
                  <a:cubicBezTo>
                    <a:pt x="213360" y="402590"/>
                    <a:pt x="205740" y="459740"/>
                    <a:pt x="194310" y="508000"/>
                  </a:cubicBezTo>
                  <a:cubicBezTo>
                    <a:pt x="186690" y="543560"/>
                    <a:pt x="180340" y="571500"/>
                    <a:pt x="163830" y="599440"/>
                  </a:cubicBezTo>
                  <a:cubicBezTo>
                    <a:pt x="147320" y="628650"/>
                    <a:pt x="121920" y="659130"/>
                    <a:pt x="96520" y="678180"/>
                  </a:cubicBezTo>
                  <a:cubicBezTo>
                    <a:pt x="73660" y="695960"/>
                    <a:pt x="35560" y="717550"/>
                    <a:pt x="19050" y="713740"/>
                  </a:cubicBezTo>
                  <a:cubicBezTo>
                    <a:pt x="10160" y="711200"/>
                    <a:pt x="1270" y="699770"/>
                    <a:pt x="1270" y="690880"/>
                  </a:cubicBezTo>
                  <a:cubicBezTo>
                    <a:pt x="0" y="683260"/>
                    <a:pt x="15240" y="666750"/>
                    <a:pt x="15240" y="666750"/>
                  </a:cubicBezTo>
                </a:path>
              </a:pathLst>
            </a:custGeom>
            <a:solidFill>
              <a:srgbClr val="FDFDFD"/>
            </a:solidFill>
            <a:ln cap="sq">
              <a:noFill/>
              <a:prstDash val="solid"/>
              <a:miter/>
            </a:ln>
          </p:spPr>
        </p:sp>
      </p:grpSp>
      <p:grpSp>
        <p:nvGrpSpPr>
          <p:cNvPr name="Group 46" id="46"/>
          <p:cNvGrpSpPr/>
          <p:nvPr/>
        </p:nvGrpSpPr>
        <p:grpSpPr>
          <a:xfrm rot="0">
            <a:off x="11380470" y="7176135"/>
            <a:ext cx="3418522" cy="1149668"/>
            <a:chOff x="0" y="0"/>
            <a:chExt cx="4558030" cy="1532890"/>
          </a:xfrm>
        </p:grpSpPr>
        <p:sp>
          <p:nvSpPr>
            <p:cNvPr name="Freeform 47" id="47"/>
            <p:cNvSpPr/>
            <p:nvPr/>
          </p:nvSpPr>
          <p:spPr>
            <a:xfrm flipH="false" flipV="false" rot="0">
              <a:off x="46990" y="49530"/>
              <a:ext cx="4465320" cy="1435100"/>
            </a:xfrm>
            <a:custGeom>
              <a:avLst/>
              <a:gdLst/>
              <a:ahLst/>
              <a:cxnLst/>
              <a:rect r="r" b="b" t="t" l="l"/>
              <a:pathLst>
                <a:path h="1435100" w="4465320">
                  <a:moveTo>
                    <a:pt x="4267200" y="179070"/>
                  </a:moveTo>
                  <a:cubicBezTo>
                    <a:pt x="3987800" y="88900"/>
                    <a:pt x="3799840" y="68580"/>
                    <a:pt x="3632200" y="59690"/>
                  </a:cubicBezTo>
                  <a:cubicBezTo>
                    <a:pt x="3442970" y="49530"/>
                    <a:pt x="3235960" y="67310"/>
                    <a:pt x="3026410" y="67310"/>
                  </a:cubicBezTo>
                  <a:cubicBezTo>
                    <a:pt x="2799080" y="67310"/>
                    <a:pt x="2579370" y="52070"/>
                    <a:pt x="2319020" y="55880"/>
                  </a:cubicBezTo>
                  <a:cubicBezTo>
                    <a:pt x="1995170" y="58420"/>
                    <a:pt x="1478280" y="76200"/>
                    <a:pt x="1233170" y="96520"/>
                  </a:cubicBezTo>
                  <a:cubicBezTo>
                    <a:pt x="1107440" y="106680"/>
                    <a:pt x="1059180" y="114300"/>
                    <a:pt x="948690" y="132080"/>
                  </a:cubicBezTo>
                  <a:cubicBezTo>
                    <a:pt x="793750" y="156210"/>
                    <a:pt x="530860" y="195580"/>
                    <a:pt x="392430" y="240030"/>
                  </a:cubicBezTo>
                  <a:cubicBezTo>
                    <a:pt x="304800" y="266700"/>
                    <a:pt x="237490" y="297180"/>
                    <a:pt x="186690" y="332740"/>
                  </a:cubicBezTo>
                  <a:cubicBezTo>
                    <a:pt x="149860" y="358140"/>
                    <a:pt x="123190" y="378460"/>
                    <a:pt x="102870" y="416560"/>
                  </a:cubicBezTo>
                  <a:cubicBezTo>
                    <a:pt x="73660" y="467360"/>
                    <a:pt x="60960" y="551180"/>
                    <a:pt x="54610" y="627380"/>
                  </a:cubicBezTo>
                  <a:cubicBezTo>
                    <a:pt x="48260" y="716280"/>
                    <a:pt x="59690" y="854710"/>
                    <a:pt x="76200" y="919480"/>
                  </a:cubicBezTo>
                  <a:cubicBezTo>
                    <a:pt x="83820" y="953770"/>
                    <a:pt x="92710" y="967740"/>
                    <a:pt x="107950" y="994410"/>
                  </a:cubicBezTo>
                  <a:cubicBezTo>
                    <a:pt x="127000" y="1028700"/>
                    <a:pt x="156210" y="1068070"/>
                    <a:pt x="186690" y="1102360"/>
                  </a:cubicBezTo>
                  <a:cubicBezTo>
                    <a:pt x="218440" y="1137920"/>
                    <a:pt x="259080" y="1172210"/>
                    <a:pt x="299720" y="1201420"/>
                  </a:cubicBezTo>
                  <a:cubicBezTo>
                    <a:pt x="336550" y="1228090"/>
                    <a:pt x="369570" y="1250950"/>
                    <a:pt x="417830" y="1271270"/>
                  </a:cubicBezTo>
                  <a:cubicBezTo>
                    <a:pt x="481330" y="1296670"/>
                    <a:pt x="543560" y="1313180"/>
                    <a:pt x="652780" y="1328420"/>
                  </a:cubicBezTo>
                  <a:cubicBezTo>
                    <a:pt x="896620" y="1363980"/>
                    <a:pt x="1449070" y="1376680"/>
                    <a:pt x="1850390" y="1380490"/>
                  </a:cubicBezTo>
                  <a:cubicBezTo>
                    <a:pt x="2258060" y="1384300"/>
                    <a:pt x="2738120" y="1374140"/>
                    <a:pt x="3079750" y="1352550"/>
                  </a:cubicBezTo>
                  <a:cubicBezTo>
                    <a:pt x="3323590" y="1337310"/>
                    <a:pt x="3520440" y="1319530"/>
                    <a:pt x="3707130" y="1287780"/>
                  </a:cubicBezTo>
                  <a:cubicBezTo>
                    <a:pt x="3860800" y="1261110"/>
                    <a:pt x="4033520" y="1221740"/>
                    <a:pt x="4123690" y="1187450"/>
                  </a:cubicBezTo>
                  <a:cubicBezTo>
                    <a:pt x="4170680" y="1169670"/>
                    <a:pt x="4198620" y="1154430"/>
                    <a:pt x="4226560" y="1134110"/>
                  </a:cubicBezTo>
                  <a:cubicBezTo>
                    <a:pt x="4248150" y="1118870"/>
                    <a:pt x="4259580" y="1107440"/>
                    <a:pt x="4278630" y="1085850"/>
                  </a:cubicBezTo>
                  <a:cubicBezTo>
                    <a:pt x="4310380" y="1047750"/>
                    <a:pt x="4363720" y="977900"/>
                    <a:pt x="4385310" y="924560"/>
                  </a:cubicBezTo>
                  <a:cubicBezTo>
                    <a:pt x="4403090" y="880110"/>
                    <a:pt x="4404360" y="839470"/>
                    <a:pt x="4408170" y="793750"/>
                  </a:cubicBezTo>
                  <a:cubicBezTo>
                    <a:pt x="4413250" y="741680"/>
                    <a:pt x="4413250" y="683260"/>
                    <a:pt x="4409440" y="631190"/>
                  </a:cubicBezTo>
                  <a:cubicBezTo>
                    <a:pt x="4405630" y="580390"/>
                    <a:pt x="4401820" y="532130"/>
                    <a:pt x="4386580" y="482600"/>
                  </a:cubicBezTo>
                  <a:cubicBezTo>
                    <a:pt x="4370070" y="425450"/>
                    <a:pt x="4324350" y="360680"/>
                    <a:pt x="4306570" y="312420"/>
                  </a:cubicBezTo>
                  <a:cubicBezTo>
                    <a:pt x="4293870" y="276860"/>
                    <a:pt x="4296410" y="241300"/>
                    <a:pt x="4283710" y="217170"/>
                  </a:cubicBezTo>
                  <a:cubicBezTo>
                    <a:pt x="4272280" y="198120"/>
                    <a:pt x="4258310" y="187960"/>
                    <a:pt x="4239260" y="173990"/>
                  </a:cubicBezTo>
                  <a:cubicBezTo>
                    <a:pt x="4213860" y="156210"/>
                    <a:pt x="4156710" y="142240"/>
                    <a:pt x="4144010" y="124460"/>
                  </a:cubicBezTo>
                  <a:cubicBezTo>
                    <a:pt x="4136390" y="114300"/>
                    <a:pt x="4136390" y="101600"/>
                    <a:pt x="4140200" y="93980"/>
                  </a:cubicBezTo>
                  <a:cubicBezTo>
                    <a:pt x="4142740" y="87630"/>
                    <a:pt x="4152900" y="81280"/>
                    <a:pt x="4160520" y="81280"/>
                  </a:cubicBezTo>
                  <a:cubicBezTo>
                    <a:pt x="4166870" y="81280"/>
                    <a:pt x="4177030" y="85090"/>
                    <a:pt x="4182110" y="90170"/>
                  </a:cubicBezTo>
                  <a:cubicBezTo>
                    <a:pt x="4185920" y="96520"/>
                    <a:pt x="4188460" y="107950"/>
                    <a:pt x="4185920" y="114300"/>
                  </a:cubicBezTo>
                  <a:cubicBezTo>
                    <a:pt x="4183380" y="121920"/>
                    <a:pt x="4169410" y="132080"/>
                    <a:pt x="4160520" y="132080"/>
                  </a:cubicBezTo>
                  <a:cubicBezTo>
                    <a:pt x="4154170" y="132080"/>
                    <a:pt x="4144010" y="125730"/>
                    <a:pt x="4140200" y="119380"/>
                  </a:cubicBezTo>
                  <a:cubicBezTo>
                    <a:pt x="4136390" y="114300"/>
                    <a:pt x="4136390" y="102870"/>
                    <a:pt x="4138930" y="96520"/>
                  </a:cubicBezTo>
                  <a:cubicBezTo>
                    <a:pt x="4141470" y="90170"/>
                    <a:pt x="4147820" y="82550"/>
                    <a:pt x="4157980" y="81280"/>
                  </a:cubicBezTo>
                  <a:cubicBezTo>
                    <a:pt x="4178300" y="78740"/>
                    <a:pt x="4235450" y="113030"/>
                    <a:pt x="4265930" y="130810"/>
                  </a:cubicBezTo>
                  <a:cubicBezTo>
                    <a:pt x="4288790" y="144780"/>
                    <a:pt x="4311650" y="154940"/>
                    <a:pt x="4324350" y="176530"/>
                  </a:cubicBezTo>
                  <a:cubicBezTo>
                    <a:pt x="4340860" y="201930"/>
                    <a:pt x="4335780" y="240030"/>
                    <a:pt x="4348480" y="278130"/>
                  </a:cubicBezTo>
                  <a:cubicBezTo>
                    <a:pt x="4366260" y="332740"/>
                    <a:pt x="4417060" y="406400"/>
                    <a:pt x="4436110" y="468630"/>
                  </a:cubicBezTo>
                  <a:cubicBezTo>
                    <a:pt x="4452620" y="524510"/>
                    <a:pt x="4456430" y="574040"/>
                    <a:pt x="4460240" y="631190"/>
                  </a:cubicBezTo>
                  <a:cubicBezTo>
                    <a:pt x="4465320" y="693420"/>
                    <a:pt x="4464050" y="769620"/>
                    <a:pt x="4457700" y="826770"/>
                  </a:cubicBezTo>
                  <a:cubicBezTo>
                    <a:pt x="4451350" y="872490"/>
                    <a:pt x="4450080" y="905510"/>
                    <a:pt x="4429760" y="948690"/>
                  </a:cubicBezTo>
                  <a:cubicBezTo>
                    <a:pt x="4403090" y="1008380"/>
                    <a:pt x="4342130" y="1097280"/>
                    <a:pt x="4288790" y="1146810"/>
                  </a:cubicBezTo>
                  <a:cubicBezTo>
                    <a:pt x="4243070" y="1188720"/>
                    <a:pt x="4204970" y="1209040"/>
                    <a:pt x="4138930" y="1235710"/>
                  </a:cubicBezTo>
                  <a:cubicBezTo>
                    <a:pt x="4036060" y="1277620"/>
                    <a:pt x="3870960" y="1310640"/>
                    <a:pt x="3714750" y="1337310"/>
                  </a:cubicBezTo>
                  <a:cubicBezTo>
                    <a:pt x="3525520" y="1370330"/>
                    <a:pt x="3322320" y="1386840"/>
                    <a:pt x="3081020" y="1403350"/>
                  </a:cubicBezTo>
                  <a:cubicBezTo>
                    <a:pt x="2760980" y="1423670"/>
                    <a:pt x="2339340" y="1435100"/>
                    <a:pt x="1959610" y="1432560"/>
                  </a:cubicBezTo>
                  <a:cubicBezTo>
                    <a:pt x="1564640" y="1430020"/>
                    <a:pt x="989330" y="1405890"/>
                    <a:pt x="755650" y="1388110"/>
                  </a:cubicBezTo>
                  <a:cubicBezTo>
                    <a:pt x="657860" y="1380490"/>
                    <a:pt x="613410" y="1377950"/>
                    <a:pt x="549910" y="1363980"/>
                  </a:cubicBezTo>
                  <a:cubicBezTo>
                    <a:pt x="494030" y="1352550"/>
                    <a:pt x="447040" y="1341120"/>
                    <a:pt x="392430" y="1315720"/>
                  </a:cubicBezTo>
                  <a:cubicBezTo>
                    <a:pt x="326390" y="1282700"/>
                    <a:pt x="241300" y="1226820"/>
                    <a:pt x="185420" y="1173480"/>
                  </a:cubicBezTo>
                  <a:cubicBezTo>
                    <a:pt x="134620" y="1125220"/>
                    <a:pt x="90170" y="1066800"/>
                    <a:pt x="62230" y="1016000"/>
                  </a:cubicBezTo>
                  <a:cubicBezTo>
                    <a:pt x="39370" y="974090"/>
                    <a:pt x="29210" y="941070"/>
                    <a:pt x="19050" y="891540"/>
                  </a:cubicBezTo>
                  <a:cubicBezTo>
                    <a:pt x="5080" y="819150"/>
                    <a:pt x="0" y="703580"/>
                    <a:pt x="3810" y="623570"/>
                  </a:cubicBezTo>
                  <a:cubicBezTo>
                    <a:pt x="7620" y="560070"/>
                    <a:pt x="17780" y="499110"/>
                    <a:pt x="34290" y="450850"/>
                  </a:cubicBezTo>
                  <a:cubicBezTo>
                    <a:pt x="46990" y="412750"/>
                    <a:pt x="64770" y="379730"/>
                    <a:pt x="85090" y="354330"/>
                  </a:cubicBezTo>
                  <a:cubicBezTo>
                    <a:pt x="101600" y="332740"/>
                    <a:pt x="116840" y="321310"/>
                    <a:pt x="139700" y="303530"/>
                  </a:cubicBezTo>
                  <a:cubicBezTo>
                    <a:pt x="171450" y="280670"/>
                    <a:pt x="219710" y="252730"/>
                    <a:pt x="261620" y="233680"/>
                  </a:cubicBezTo>
                  <a:cubicBezTo>
                    <a:pt x="300990" y="214630"/>
                    <a:pt x="326390" y="205740"/>
                    <a:pt x="381000" y="190500"/>
                  </a:cubicBezTo>
                  <a:cubicBezTo>
                    <a:pt x="499110" y="157480"/>
                    <a:pt x="786130" y="106680"/>
                    <a:pt x="943610" y="81280"/>
                  </a:cubicBezTo>
                  <a:cubicBezTo>
                    <a:pt x="1054100" y="63500"/>
                    <a:pt x="1103630" y="55880"/>
                    <a:pt x="1230630" y="45720"/>
                  </a:cubicBezTo>
                  <a:cubicBezTo>
                    <a:pt x="1477010" y="25400"/>
                    <a:pt x="1995170" y="7620"/>
                    <a:pt x="2319020" y="5080"/>
                  </a:cubicBezTo>
                  <a:cubicBezTo>
                    <a:pt x="2578100" y="2540"/>
                    <a:pt x="2810510" y="17780"/>
                    <a:pt x="3020060" y="16510"/>
                  </a:cubicBezTo>
                  <a:cubicBezTo>
                    <a:pt x="3191510" y="15240"/>
                    <a:pt x="3359150" y="0"/>
                    <a:pt x="3483610" y="1270"/>
                  </a:cubicBezTo>
                  <a:cubicBezTo>
                    <a:pt x="3569970" y="2540"/>
                    <a:pt x="3622040" y="7620"/>
                    <a:pt x="3699510" y="13970"/>
                  </a:cubicBezTo>
                  <a:cubicBezTo>
                    <a:pt x="3792220" y="21590"/>
                    <a:pt x="3920490" y="34290"/>
                    <a:pt x="4004310" y="48260"/>
                  </a:cubicBezTo>
                  <a:cubicBezTo>
                    <a:pt x="4066540" y="58420"/>
                    <a:pt x="4112260" y="66040"/>
                    <a:pt x="4161790" y="81280"/>
                  </a:cubicBezTo>
                  <a:cubicBezTo>
                    <a:pt x="4208780" y="96520"/>
                    <a:pt x="4281170" y="116840"/>
                    <a:pt x="4296410" y="139700"/>
                  </a:cubicBezTo>
                  <a:cubicBezTo>
                    <a:pt x="4302760" y="149860"/>
                    <a:pt x="4300220" y="166370"/>
                    <a:pt x="4295140" y="172720"/>
                  </a:cubicBezTo>
                  <a:cubicBezTo>
                    <a:pt x="4290060" y="179070"/>
                    <a:pt x="4267200" y="179070"/>
                    <a:pt x="4267200" y="179070"/>
                  </a:cubicBezTo>
                </a:path>
              </a:pathLst>
            </a:custGeom>
            <a:solidFill>
              <a:srgbClr val="FDFDFD"/>
            </a:solidFill>
            <a:ln cap="sq">
              <a:noFill/>
              <a:prstDash val="solid"/>
              <a:miter/>
            </a:ln>
          </p:spPr>
        </p:sp>
      </p:grpSp>
      <p:grpSp>
        <p:nvGrpSpPr>
          <p:cNvPr name="Group 48" id="48"/>
          <p:cNvGrpSpPr/>
          <p:nvPr/>
        </p:nvGrpSpPr>
        <p:grpSpPr>
          <a:xfrm rot="0">
            <a:off x="13154025" y="6287453"/>
            <a:ext cx="596265" cy="1019175"/>
            <a:chOff x="0" y="0"/>
            <a:chExt cx="795020" cy="1358900"/>
          </a:xfrm>
        </p:grpSpPr>
        <p:sp>
          <p:nvSpPr>
            <p:cNvPr name="Freeform 49" id="49"/>
            <p:cNvSpPr/>
            <p:nvPr/>
          </p:nvSpPr>
          <p:spPr>
            <a:xfrm flipH="false" flipV="false" rot="0">
              <a:off x="45720" y="49530"/>
              <a:ext cx="698500" cy="1259840"/>
            </a:xfrm>
            <a:custGeom>
              <a:avLst/>
              <a:gdLst/>
              <a:ahLst/>
              <a:cxnLst/>
              <a:rect r="r" b="b" t="t" l="l"/>
              <a:pathLst>
                <a:path h="1259840" w="698500">
                  <a:moveTo>
                    <a:pt x="40640" y="1270"/>
                  </a:moveTo>
                  <a:cubicBezTo>
                    <a:pt x="219710" y="162560"/>
                    <a:pt x="229870" y="173990"/>
                    <a:pt x="251460" y="212090"/>
                  </a:cubicBezTo>
                  <a:cubicBezTo>
                    <a:pt x="295910" y="295910"/>
                    <a:pt x="382270" y="529590"/>
                    <a:pt x="410210" y="641350"/>
                  </a:cubicBezTo>
                  <a:cubicBezTo>
                    <a:pt x="427990" y="709930"/>
                    <a:pt x="429260" y="742950"/>
                    <a:pt x="433070" y="811530"/>
                  </a:cubicBezTo>
                  <a:cubicBezTo>
                    <a:pt x="439420" y="918210"/>
                    <a:pt x="443230" y="1164590"/>
                    <a:pt x="429260" y="1221740"/>
                  </a:cubicBezTo>
                  <a:cubicBezTo>
                    <a:pt x="425450" y="1238250"/>
                    <a:pt x="422910" y="1245870"/>
                    <a:pt x="415290" y="1250950"/>
                  </a:cubicBezTo>
                  <a:cubicBezTo>
                    <a:pt x="406400" y="1258570"/>
                    <a:pt x="389890" y="1259840"/>
                    <a:pt x="377190" y="1257300"/>
                  </a:cubicBezTo>
                  <a:cubicBezTo>
                    <a:pt x="361950" y="1256030"/>
                    <a:pt x="342900" y="1244600"/>
                    <a:pt x="327660" y="1235710"/>
                  </a:cubicBezTo>
                  <a:cubicBezTo>
                    <a:pt x="312420" y="1226820"/>
                    <a:pt x="300990" y="1220470"/>
                    <a:pt x="285750" y="1206500"/>
                  </a:cubicBezTo>
                  <a:cubicBezTo>
                    <a:pt x="264160" y="1186180"/>
                    <a:pt x="232410" y="1141730"/>
                    <a:pt x="213360" y="1115060"/>
                  </a:cubicBezTo>
                  <a:cubicBezTo>
                    <a:pt x="200660" y="1097280"/>
                    <a:pt x="185420" y="1080770"/>
                    <a:pt x="185420" y="1066800"/>
                  </a:cubicBezTo>
                  <a:cubicBezTo>
                    <a:pt x="184150" y="1056640"/>
                    <a:pt x="189230" y="1043940"/>
                    <a:pt x="196850" y="1040130"/>
                  </a:cubicBezTo>
                  <a:cubicBezTo>
                    <a:pt x="203200" y="1036320"/>
                    <a:pt x="213360" y="1036320"/>
                    <a:pt x="224790" y="1041400"/>
                  </a:cubicBezTo>
                  <a:cubicBezTo>
                    <a:pt x="260350" y="1056640"/>
                    <a:pt x="335280" y="1210310"/>
                    <a:pt x="398780" y="1210310"/>
                  </a:cubicBezTo>
                  <a:cubicBezTo>
                    <a:pt x="474980" y="1209040"/>
                    <a:pt x="607060" y="975360"/>
                    <a:pt x="651510" y="952500"/>
                  </a:cubicBezTo>
                  <a:cubicBezTo>
                    <a:pt x="665480" y="944880"/>
                    <a:pt x="674370" y="943610"/>
                    <a:pt x="681990" y="946150"/>
                  </a:cubicBezTo>
                  <a:cubicBezTo>
                    <a:pt x="688340" y="948690"/>
                    <a:pt x="695960" y="957580"/>
                    <a:pt x="697230" y="963930"/>
                  </a:cubicBezTo>
                  <a:cubicBezTo>
                    <a:pt x="698500" y="971550"/>
                    <a:pt x="692150" y="990600"/>
                    <a:pt x="687070" y="991870"/>
                  </a:cubicBezTo>
                  <a:cubicBezTo>
                    <a:pt x="680720" y="991870"/>
                    <a:pt x="654050" y="955040"/>
                    <a:pt x="657860" y="948690"/>
                  </a:cubicBezTo>
                  <a:cubicBezTo>
                    <a:pt x="660400" y="943610"/>
                    <a:pt x="679450" y="943610"/>
                    <a:pt x="687070" y="948690"/>
                  </a:cubicBezTo>
                  <a:cubicBezTo>
                    <a:pt x="693420" y="952500"/>
                    <a:pt x="698500" y="965200"/>
                    <a:pt x="697230" y="975360"/>
                  </a:cubicBezTo>
                  <a:cubicBezTo>
                    <a:pt x="694690" y="990600"/>
                    <a:pt x="671830" y="1021080"/>
                    <a:pt x="659130" y="1028700"/>
                  </a:cubicBezTo>
                  <a:cubicBezTo>
                    <a:pt x="651510" y="1032510"/>
                    <a:pt x="641350" y="1033780"/>
                    <a:pt x="635000" y="1029970"/>
                  </a:cubicBezTo>
                  <a:cubicBezTo>
                    <a:pt x="627380" y="1027430"/>
                    <a:pt x="619760" y="1012190"/>
                    <a:pt x="619760" y="1004570"/>
                  </a:cubicBezTo>
                  <a:cubicBezTo>
                    <a:pt x="619760" y="996950"/>
                    <a:pt x="626110" y="986790"/>
                    <a:pt x="633730" y="984250"/>
                  </a:cubicBezTo>
                  <a:cubicBezTo>
                    <a:pt x="640080" y="981710"/>
                    <a:pt x="657860" y="984250"/>
                    <a:pt x="662940" y="989330"/>
                  </a:cubicBezTo>
                  <a:cubicBezTo>
                    <a:pt x="668020" y="994410"/>
                    <a:pt x="671830" y="1005840"/>
                    <a:pt x="669290" y="1013460"/>
                  </a:cubicBezTo>
                  <a:cubicBezTo>
                    <a:pt x="666750" y="1021080"/>
                    <a:pt x="654050" y="1032510"/>
                    <a:pt x="645160" y="1032510"/>
                  </a:cubicBezTo>
                  <a:cubicBezTo>
                    <a:pt x="637540" y="1032510"/>
                    <a:pt x="622300" y="1023620"/>
                    <a:pt x="621030" y="1014730"/>
                  </a:cubicBezTo>
                  <a:cubicBezTo>
                    <a:pt x="617220" y="1000760"/>
                    <a:pt x="642620" y="956310"/>
                    <a:pt x="657860" y="948690"/>
                  </a:cubicBezTo>
                  <a:cubicBezTo>
                    <a:pt x="668020" y="943610"/>
                    <a:pt x="685800" y="946150"/>
                    <a:pt x="690880" y="952500"/>
                  </a:cubicBezTo>
                  <a:cubicBezTo>
                    <a:pt x="697230" y="958850"/>
                    <a:pt x="692150" y="989330"/>
                    <a:pt x="687070" y="990600"/>
                  </a:cubicBezTo>
                  <a:cubicBezTo>
                    <a:pt x="681990" y="991870"/>
                    <a:pt x="655320" y="955040"/>
                    <a:pt x="657860" y="949960"/>
                  </a:cubicBezTo>
                  <a:cubicBezTo>
                    <a:pt x="660400" y="944880"/>
                    <a:pt x="685800" y="947420"/>
                    <a:pt x="692150" y="953770"/>
                  </a:cubicBezTo>
                  <a:cubicBezTo>
                    <a:pt x="697230" y="960120"/>
                    <a:pt x="697230" y="972820"/>
                    <a:pt x="692150" y="986790"/>
                  </a:cubicBezTo>
                  <a:cubicBezTo>
                    <a:pt x="675640" y="1029970"/>
                    <a:pt x="549910" y="1149350"/>
                    <a:pt x="494030" y="1196340"/>
                  </a:cubicBezTo>
                  <a:cubicBezTo>
                    <a:pt x="459740" y="1225550"/>
                    <a:pt x="425450" y="1253490"/>
                    <a:pt x="402590" y="1257300"/>
                  </a:cubicBezTo>
                  <a:cubicBezTo>
                    <a:pt x="388620" y="1259840"/>
                    <a:pt x="382270" y="1256030"/>
                    <a:pt x="368300" y="1248410"/>
                  </a:cubicBezTo>
                  <a:cubicBezTo>
                    <a:pt x="330200" y="1226820"/>
                    <a:pt x="204470" y="1115060"/>
                    <a:pt x="190500" y="1076960"/>
                  </a:cubicBezTo>
                  <a:cubicBezTo>
                    <a:pt x="184150" y="1064260"/>
                    <a:pt x="185420" y="1050290"/>
                    <a:pt x="191770" y="1043940"/>
                  </a:cubicBezTo>
                  <a:cubicBezTo>
                    <a:pt x="196850" y="1037590"/>
                    <a:pt x="213360" y="1036320"/>
                    <a:pt x="224790" y="1041400"/>
                  </a:cubicBezTo>
                  <a:cubicBezTo>
                    <a:pt x="251460" y="1054100"/>
                    <a:pt x="288290" y="1136650"/>
                    <a:pt x="318770" y="1167130"/>
                  </a:cubicBezTo>
                  <a:cubicBezTo>
                    <a:pt x="339090" y="1188720"/>
                    <a:pt x="364490" y="1223010"/>
                    <a:pt x="378460" y="1216660"/>
                  </a:cubicBezTo>
                  <a:cubicBezTo>
                    <a:pt x="414020" y="1198880"/>
                    <a:pt x="391160" y="864870"/>
                    <a:pt x="374650" y="737870"/>
                  </a:cubicBezTo>
                  <a:cubicBezTo>
                    <a:pt x="363220" y="652780"/>
                    <a:pt x="345440" y="600710"/>
                    <a:pt x="321310" y="525780"/>
                  </a:cubicBezTo>
                  <a:cubicBezTo>
                    <a:pt x="292100" y="436880"/>
                    <a:pt x="240030" y="299720"/>
                    <a:pt x="207010" y="238760"/>
                  </a:cubicBezTo>
                  <a:cubicBezTo>
                    <a:pt x="190500" y="207010"/>
                    <a:pt x="181610" y="196850"/>
                    <a:pt x="160020" y="172720"/>
                  </a:cubicBezTo>
                  <a:cubicBezTo>
                    <a:pt x="124460" y="133350"/>
                    <a:pt x="16510" y="66040"/>
                    <a:pt x="5080" y="35560"/>
                  </a:cubicBezTo>
                  <a:cubicBezTo>
                    <a:pt x="0" y="22860"/>
                    <a:pt x="2540" y="11430"/>
                    <a:pt x="7620" y="6350"/>
                  </a:cubicBezTo>
                  <a:cubicBezTo>
                    <a:pt x="13970" y="0"/>
                    <a:pt x="40640" y="1270"/>
                    <a:pt x="40640" y="1270"/>
                  </a:cubicBezTo>
                </a:path>
              </a:pathLst>
            </a:custGeom>
            <a:solidFill>
              <a:srgbClr val="FDFDFD"/>
            </a:solidFill>
            <a:ln cap="sq">
              <a:noFill/>
              <a:prstDash val="solid"/>
              <a:miter/>
            </a:ln>
          </p:spPr>
        </p:sp>
      </p:grpSp>
      <p:grpSp>
        <p:nvGrpSpPr>
          <p:cNvPr name="Group 50" id="50"/>
          <p:cNvGrpSpPr/>
          <p:nvPr/>
        </p:nvGrpSpPr>
        <p:grpSpPr>
          <a:xfrm rot="0">
            <a:off x="6825615" y="3566160"/>
            <a:ext cx="111442" cy="108585"/>
            <a:chOff x="0" y="0"/>
            <a:chExt cx="148590" cy="144780"/>
          </a:xfrm>
        </p:grpSpPr>
        <p:sp>
          <p:nvSpPr>
            <p:cNvPr name="Freeform 51" id="51"/>
            <p:cNvSpPr/>
            <p:nvPr/>
          </p:nvSpPr>
          <p:spPr>
            <a:xfrm flipH="false" flipV="false" rot="0">
              <a:off x="45720" y="45720"/>
              <a:ext cx="50800" cy="52070"/>
            </a:xfrm>
            <a:custGeom>
              <a:avLst/>
              <a:gdLst/>
              <a:ahLst/>
              <a:cxnLst/>
              <a:rect r="r" b="b" t="t" l="l"/>
              <a:pathLst>
                <a:path h="52070" w="50800">
                  <a:moveTo>
                    <a:pt x="50800" y="17780"/>
                  </a:moveTo>
                  <a:cubicBezTo>
                    <a:pt x="29210" y="52070"/>
                    <a:pt x="8890" y="45720"/>
                    <a:pt x="5080" y="38100"/>
                  </a:cubicBezTo>
                  <a:cubicBezTo>
                    <a:pt x="0" y="30480"/>
                    <a:pt x="3810" y="10160"/>
                    <a:pt x="11430" y="5080"/>
                  </a:cubicBezTo>
                  <a:cubicBezTo>
                    <a:pt x="17780" y="0"/>
                    <a:pt x="44450" y="6350"/>
                    <a:pt x="44450" y="6350"/>
                  </a:cubicBezTo>
                </a:path>
              </a:pathLst>
            </a:custGeom>
            <a:solidFill>
              <a:srgbClr val="FDFDFD"/>
            </a:solidFill>
            <a:ln cap="sq">
              <a:noFill/>
              <a:prstDash val="solid"/>
              <a:miter/>
            </a:ln>
          </p:spPr>
        </p:sp>
      </p:grpSp>
      <p:grpSp>
        <p:nvGrpSpPr>
          <p:cNvPr name="Group 52" id="52"/>
          <p:cNvGrpSpPr/>
          <p:nvPr/>
        </p:nvGrpSpPr>
        <p:grpSpPr>
          <a:xfrm rot="0">
            <a:off x="6503670" y="3653790"/>
            <a:ext cx="1896427" cy="1372552"/>
            <a:chOff x="0" y="0"/>
            <a:chExt cx="2528570" cy="1830070"/>
          </a:xfrm>
        </p:grpSpPr>
        <p:sp>
          <p:nvSpPr>
            <p:cNvPr name="Freeform 53" id="53"/>
            <p:cNvSpPr/>
            <p:nvPr/>
          </p:nvSpPr>
          <p:spPr>
            <a:xfrm flipH="false" flipV="false" rot="0">
              <a:off x="48260" y="50800"/>
              <a:ext cx="2432050" cy="1729740"/>
            </a:xfrm>
            <a:custGeom>
              <a:avLst/>
              <a:gdLst/>
              <a:ahLst/>
              <a:cxnLst/>
              <a:rect r="r" b="b" t="t" l="l"/>
              <a:pathLst>
                <a:path h="1729740" w="2432050">
                  <a:moveTo>
                    <a:pt x="30480" y="0"/>
                  </a:moveTo>
                  <a:cubicBezTo>
                    <a:pt x="459740" y="118110"/>
                    <a:pt x="734060" y="252730"/>
                    <a:pt x="833120" y="312420"/>
                  </a:cubicBezTo>
                  <a:cubicBezTo>
                    <a:pt x="876300" y="339090"/>
                    <a:pt x="882650" y="355600"/>
                    <a:pt x="918210" y="377190"/>
                  </a:cubicBezTo>
                  <a:cubicBezTo>
                    <a:pt x="971550" y="408940"/>
                    <a:pt x="1065530" y="435610"/>
                    <a:pt x="1129030" y="477520"/>
                  </a:cubicBezTo>
                  <a:cubicBezTo>
                    <a:pt x="1193800" y="519430"/>
                    <a:pt x="1231900" y="568960"/>
                    <a:pt x="1304290" y="627380"/>
                  </a:cubicBezTo>
                  <a:cubicBezTo>
                    <a:pt x="1417320" y="717550"/>
                    <a:pt x="1637030" y="862330"/>
                    <a:pt x="1747520" y="960120"/>
                  </a:cubicBezTo>
                  <a:cubicBezTo>
                    <a:pt x="1821180" y="1023620"/>
                    <a:pt x="1868170" y="1089660"/>
                    <a:pt x="1917700" y="1132840"/>
                  </a:cubicBezTo>
                  <a:cubicBezTo>
                    <a:pt x="1951990" y="1162050"/>
                    <a:pt x="1971040" y="1164590"/>
                    <a:pt x="2010410" y="1200150"/>
                  </a:cubicBezTo>
                  <a:cubicBezTo>
                    <a:pt x="2101850" y="1286510"/>
                    <a:pt x="2397760" y="1626870"/>
                    <a:pt x="2425700" y="1686560"/>
                  </a:cubicBezTo>
                  <a:cubicBezTo>
                    <a:pt x="2430780" y="1697990"/>
                    <a:pt x="2432050" y="1704340"/>
                    <a:pt x="2429510" y="1710690"/>
                  </a:cubicBezTo>
                  <a:cubicBezTo>
                    <a:pt x="2425700" y="1718310"/>
                    <a:pt x="2411730" y="1728470"/>
                    <a:pt x="2402840" y="1727200"/>
                  </a:cubicBezTo>
                  <a:cubicBezTo>
                    <a:pt x="2395220" y="1727200"/>
                    <a:pt x="2382520" y="1715770"/>
                    <a:pt x="2379980" y="1706880"/>
                  </a:cubicBezTo>
                  <a:cubicBezTo>
                    <a:pt x="2377440" y="1700530"/>
                    <a:pt x="2381250" y="1689100"/>
                    <a:pt x="2386330" y="1684020"/>
                  </a:cubicBezTo>
                  <a:cubicBezTo>
                    <a:pt x="2391410" y="1678940"/>
                    <a:pt x="2401570" y="1676400"/>
                    <a:pt x="2409190" y="1677670"/>
                  </a:cubicBezTo>
                  <a:cubicBezTo>
                    <a:pt x="2415540" y="1677670"/>
                    <a:pt x="2425700" y="1685290"/>
                    <a:pt x="2428240" y="1691640"/>
                  </a:cubicBezTo>
                  <a:cubicBezTo>
                    <a:pt x="2430780" y="1699260"/>
                    <a:pt x="2426970" y="1715770"/>
                    <a:pt x="2421890" y="1722120"/>
                  </a:cubicBezTo>
                  <a:cubicBezTo>
                    <a:pt x="2416810" y="1725930"/>
                    <a:pt x="2409190" y="1729740"/>
                    <a:pt x="2397760" y="1725930"/>
                  </a:cubicBezTo>
                  <a:cubicBezTo>
                    <a:pt x="2341880" y="1708150"/>
                    <a:pt x="2071370" y="1327150"/>
                    <a:pt x="1977390" y="1239520"/>
                  </a:cubicBezTo>
                  <a:cubicBezTo>
                    <a:pt x="1936750" y="1202690"/>
                    <a:pt x="1916430" y="1198880"/>
                    <a:pt x="1882140" y="1169670"/>
                  </a:cubicBezTo>
                  <a:cubicBezTo>
                    <a:pt x="1832610" y="1126490"/>
                    <a:pt x="1788160" y="1062990"/>
                    <a:pt x="1717040" y="999490"/>
                  </a:cubicBezTo>
                  <a:cubicBezTo>
                    <a:pt x="1606550" y="902970"/>
                    <a:pt x="1380490" y="753110"/>
                    <a:pt x="1268730" y="664210"/>
                  </a:cubicBezTo>
                  <a:cubicBezTo>
                    <a:pt x="1200150" y="608330"/>
                    <a:pt x="1167130" y="562610"/>
                    <a:pt x="1104900" y="521970"/>
                  </a:cubicBezTo>
                  <a:cubicBezTo>
                    <a:pt x="1041400" y="480060"/>
                    <a:pt x="943610" y="452120"/>
                    <a:pt x="891540" y="420370"/>
                  </a:cubicBezTo>
                  <a:cubicBezTo>
                    <a:pt x="858520" y="398780"/>
                    <a:pt x="853440" y="383540"/>
                    <a:pt x="815340" y="359410"/>
                  </a:cubicBezTo>
                  <a:cubicBezTo>
                    <a:pt x="720090" y="300990"/>
                    <a:pt x="445770" y="166370"/>
                    <a:pt x="297180" y="114300"/>
                  </a:cubicBezTo>
                  <a:cubicBezTo>
                    <a:pt x="191770" y="77470"/>
                    <a:pt x="49530" y="76200"/>
                    <a:pt x="16510" y="48260"/>
                  </a:cubicBezTo>
                  <a:cubicBezTo>
                    <a:pt x="5080" y="38100"/>
                    <a:pt x="0" y="25400"/>
                    <a:pt x="2540" y="17780"/>
                  </a:cubicBezTo>
                  <a:cubicBezTo>
                    <a:pt x="5080" y="8890"/>
                    <a:pt x="30480" y="0"/>
                    <a:pt x="30480" y="0"/>
                  </a:cubicBezTo>
                </a:path>
              </a:pathLst>
            </a:custGeom>
            <a:solidFill>
              <a:srgbClr val="FDFDFD"/>
            </a:solidFill>
            <a:ln cap="sq">
              <a:noFill/>
              <a:prstDash val="solid"/>
              <a:miter/>
            </a:ln>
          </p:spPr>
        </p:sp>
      </p:grpSp>
      <p:grpSp>
        <p:nvGrpSpPr>
          <p:cNvPr name="Group 54" id="54"/>
          <p:cNvGrpSpPr/>
          <p:nvPr/>
        </p:nvGrpSpPr>
        <p:grpSpPr>
          <a:xfrm rot="0">
            <a:off x="6525578" y="3562350"/>
            <a:ext cx="366712" cy="451485"/>
            <a:chOff x="0" y="0"/>
            <a:chExt cx="488950" cy="601980"/>
          </a:xfrm>
        </p:grpSpPr>
        <p:sp>
          <p:nvSpPr>
            <p:cNvPr name="Freeform 55" id="55"/>
            <p:cNvSpPr/>
            <p:nvPr/>
          </p:nvSpPr>
          <p:spPr>
            <a:xfrm flipH="false" flipV="false" rot="0">
              <a:off x="35560" y="41910"/>
              <a:ext cx="402590" cy="510540"/>
            </a:xfrm>
            <a:custGeom>
              <a:avLst/>
              <a:gdLst/>
              <a:ahLst/>
              <a:cxnLst/>
              <a:rect r="r" b="b" t="t" l="l"/>
              <a:pathLst>
                <a:path h="510540" w="402590">
                  <a:moveTo>
                    <a:pt x="66040" y="140970"/>
                  </a:moveTo>
                  <a:cubicBezTo>
                    <a:pt x="69850" y="378460"/>
                    <a:pt x="97790" y="448310"/>
                    <a:pt x="90170" y="478790"/>
                  </a:cubicBezTo>
                  <a:cubicBezTo>
                    <a:pt x="87630" y="494030"/>
                    <a:pt x="78740" y="506730"/>
                    <a:pt x="68580" y="509270"/>
                  </a:cubicBezTo>
                  <a:cubicBezTo>
                    <a:pt x="59690" y="510540"/>
                    <a:pt x="44450" y="504190"/>
                    <a:pt x="35560" y="490220"/>
                  </a:cubicBezTo>
                  <a:cubicBezTo>
                    <a:pt x="11430" y="452120"/>
                    <a:pt x="12700" y="266700"/>
                    <a:pt x="15240" y="200660"/>
                  </a:cubicBezTo>
                  <a:cubicBezTo>
                    <a:pt x="16510" y="166370"/>
                    <a:pt x="10160" y="146050"/>
                    <a:pt x="27940" y="123190"/>
                  </a:cubicBezTo>
                  <a:cubicBezTo>
                    <a:pt x="55880" y="86360"/>
                    <a:pt x="153670" y="55880"/>
                    <a:pt x="214630" y="36830"/>
                  </a:cubicBezTo>
                  <a:cubicBezTo>
                    <a:pt x="269240" y="19050"/>
                    <a:pt x="344170" y="0"/>
                    <a:pt x="374650" y="8890"/>
                  </a:cubicBezTo>
                  <a:cubicBezTo>
                    <a:pt x="388620" y="12700"/>
                    <a:pt x="400050" y="25400"/>
                    <a:pt x="401320" y="34290"/>
                  </a:cubicBezTo>
                  <a:cubicBezTo>
                    <a:pt x="402590" y="40640"/>
                    <a:pt x="396240" y="50800"/>
                    <a:pt x="389890" y="54610"/>
                  </a:cubicBezTo>
                  <a:cubicBezTo>
                    <a:pt x="384810" y="58420"/>
                    <a:pt x="373380" y="59690"/>
                    <a:pt x="367030" y="57150"/>
                  </a:cubicBezTo>
                  <a:cubicBezTo>
                    <a:pt x="359410" y="54610"/>
                    <a:pt x="351790" y="45720"/>
                    <a:pt x="350520" y="39370"/>
                  </a:cubicBezTo>
                  <a:cubicBezTo>
                    <a:pt x="350520" y="31750"/>
                    <a:pt x="356870" y="13970"/>
                    <a:pt x="364490" y="11430"/>
                  </a:cubicBezTo>
                  <a:cubicBezTo>
                    <a:pt x="372110" y="7620"/>
                    <a:pt x="394970" y="15240"/>
                    <a:pt x="398780" y="22860"/>
                  </a:cubicBezTo>
                  <a:cubicBezTo>
                    <a:pt x="402590" y="30480"/>
                    <a:pt x="396240" y="48260"/>
                    <a:pt x="384810" y="57150"/>
                  </a:cubicBezTo>
                  <a:cubicBezTo>
                    <a:pt x="361950" y="76200"/>
                    <a:pt x="281940" y="69850"/>
                    <a:pt x="232410" y="83820"/>
                  </a:cubicBezTo>
                  <a:cubicBezTo>
                    <a:pt x="181610" y="97790"/>
                    <a:pt x="110490" y="123190"/>
                    <a:pt x="85090" y="142240"/>
                  </a:cubicBezTo>
                  <a:cubicBezTo>
                    <a:pt x="73660" y="151130"/>
                    <a:pt x="69850" y="152400"/>
                    <a:pt x="66040" y="167640"/>
                  </a:cubicBezTo>
                  <a:cubicBezTo>
                    <a:pt x="52070" y="213360"/>
                    <a:pt x="99060" y="440690"/>
                    <a:pt x="86360" y="485140"/>
                  </a:cubicBezTo>
                  <a:cubicBezTo>
                    <a:pt x="82550" y="499110"/>
                    <a:pt x="76200" y="506730"/>
                    <a:pt x="68580" y="509270"/>
                  </a:cubicBezTo>
                  <a:cubicBezTo>
                    <a:pt x="60960" y="510540"/>
                    <a:pt x="44450" y="502920"/>
                    <a:pt x="35560" y="490220"/>
                  </a:cubicBezTo>
                  <a:cubicBezTo>
                    <a:pt x="17780" y="463550"/>
                    <a:pt x="19050" y="381000"/>
                    <a:pt x="15240" y="323850"/>
                  </a:cubicBezTo>
                  <a:cubicBezTo>
                    <a:pt x="11430" y="262890"/>
                    <a:pt x="0" y="163830"/>
                    <a:pt x="15240" y="134620"/>
                  </a:cubicBezTo>
                  <a:cubicBezTo>
                    <a:pt x="22860" y="121920"/>
                    <a:pt x="35560" y="114300"/>
                    <a:pt x="43180" y="115570"/>
                  </a:cubicBezTo>
                  <a:cubicBezTo>
                    <a:pt x="52070" y="116840"/>
                    <a:pt x="66040" y="140970"/>
                    <a:pt x="66040" y="140970"/>
                  </a:cubicBezTo>
                </a:path>
              </a:pathLst>
            </a:custGeom>
            <a:solidFill>
              <a:srgbClr val="FDFDFD"/>
            </a:solidFill>
            <a:ln cap="sq">
              <a:noFill/>
              <a:prstDash val="solid"/>
              <a:miter/>
            </a:ln>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221496" y="131636"/>
            <a:ext cx="7922504" cy="1120775"/>
          </a:xfrm>
          <a:prstGeom prst="rect">
            <a:avLst/>
          </a:prstGeom>
        </p:spPr>
        <p:txBody>
          <a:bodyPr anchor="t" rtlCol="false" tIns="0" lIns="0" bIns="0" rIns="0">
            <a:spAutoFit/>
          </a:bodyPr>
          <a:lstStyle/>
          <a:p>
            <a:pPr algn="l" marL="0" indent="0" lvl="0">
              <a:lnSpc>
                <a:spcPts val="9100"/>
              </a:lnSpc>
              <a:spcBef>
                <a:spcPct val="0"/>
              </a:spcBef>
            </a:pPr>
            <a:r>
              <a:rPr lang="en-US" b="true" sz="6500">
                <a:solidFill>
                  <a:srgbClr val="051D40"/>
                </a:solidFill>
                <a:latin typeface="Montserrat Bold"/>
                <a:ea typeface="Montserrat Bold"/>
                <a:cs typeface="Montserrat Bold"/>
                <a:sym typeface="Montserrat Bold"/>
              </a:rPr>
              <a:t>System Ov</a:t>
            </a:r>
            <a:r>
              <a:rPr lang="en-US" b="true" sz="6500" strike="noStrike" u="none">
                <a:solidFill>
                  <a:srgbClr val="051D40"/>
                </a:solidFill>
                <a:latin typeface="Montserrat Bold"/>
                <a:ea typeface="Montserrat Bold"/>
                <a:cs typeface="Montserrat Bold"/>
                <a:sym typeface="Montserrat Bold"/>
              </a:rPr>
              <a:t>erview</a:t>
            </a:r>
          </a:p>
        </p:txBody>
      </p:sp>
      <p:grpSp>
        <p:nvGrpSpPr>
          <p:cNvPr name="Group 3" id="3"/>
          <p:cNvGrpSpPr/>
          <p:nvPr/>
        </p:nvGrpSpPr>
        <p:grpSpPr>
          <a:xfrm rot="0">
            <a:off x="-1595820" y="-1782102"/>
            <a:ext cx="3564204" cy="356420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051D40">
                  <a:alpha val="15686"/>
                </a:srgbClr>
              </a:soli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4700679" y="7074186"/>
            <a:ext cx="5946973" cy="594697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697542" y="2437701"/>
            <a:ext cx="16249232" cy="5411598"/>
            <a:chOff x="0" y="0"/>
            <a:chExt cx="21665643" cy="7215464"/>
          </a:xfrm>
        </p:grpSpPr>
        <p:sp>
          <p:nvSpPr>
            <p:cNvPr name="Freeform 10" id="10"/>
            <p:cNvSpPr/>
            <p:nvPr/>
          </p:nvSpPr>
          <p:spPr>
            <a:xfrm flipH="false" flipV="false" rot="0">
              <a:off x="484837" y="0"/>
              <a:ext cx="5136578" cy="1802472"/>
            </a:xfrm>
            <a:custGeom>
              <a:avLst/>
              <a:gdLst/>
              <a:ahLst/>
              <a:cxnLst/>
              <a:rect r="r" b="b" t="t" l="l"/>
              <a:pathLst>
                <a:path h="1802472" w="5136578">
                  <a:moveTo>
                    <a:pt x="0" y="0"/>
                  </a:moveTo>
                  <a:lnTo>
                    <a:pt x="5136579" y="0"/>
                  </a:lnTo>
                  <a:lnTo>
                    <a:pt x="5136579" y="1802472"/>
                  </a:lnTo>
                  <a:lnTo>
                    <a:pt x="0" y="18024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1" id="11"/>
            <p:cNvSpPr txBox="true"/>
            <p:nvPr/>
          </p:nvSpPr>
          <p:spPr>
            <a:xfrm rot="0">
              <a:off x="693086" y="476339"/>
              <a:ext cx="4720080" cy="783119"/>
            </a:xfrm>
            <a:prstGeom prst="rect">
              <a:avLst/>
            </a:prstGeom>
          </p:spPr>
          <p:txBody>
            <a:bodyPr anchor="t" rtlCol="false" tIns="0" lIns="0" bIns="0" rIns="0">
              <a:spAutoFit/>
            </a:bodyPr>
            <a:lstStyle/>
            <a:p>
              <a:pPr algn="ctr">
                <a:lnSpc>
                  <a:spcPts val="5041"/>
                </a:lnSpc>
                <a:spcBef>
                  <a:spcPct val="0"/>
                </a:spcBef>
              </a:pPr>
              <a:r>
                <a:rPr lang="en-US" sz="3600">
                  <a:solidFill>
                    <a:srgbClr val="051D40"/>
                  </a:solidFill>
                  <a:latin typeface="Montserrat"/>
                  <a:ea typeface="Montserrat"/>
                  <a:cs typeface="Montserrat"/>
                  <a:sym typeface="Montserrat"/>
                </a:rPr>
                <a:t>Webc</a:t>
              </a:r>
              <a:r>
                <a:rPr lang="en-US" sz="3600">
                  <a:solidFill>
                    <a:srgbClr val="051D40"/>
                  </a:solidFill>
                  <a:latin typeface="Montserrat"/>
                  <a:ea typeface="Montserrat"/>
                  <a:cs typeface="Montserrat"/>
                  <a:sym typeface="Montserrat"/>
                </a:rPr>
                <a:t>am</a:t>
              </a:r>
            </a:p>
          </p:txBody>
        </p:sp>
        <p:sp>
          <p:nvSpPr>
            <p:cNvPr name="Freeform 12" id="12"/>
            <p:cNvSpPr/>
            <p:nvPr/>
          </p:nvSpPr>
          <p:spPr>
            <a:xfrm flipH="false" flipV="false" rot="0">
              <a:off x="6832745" y="0"/>
              <a:ext cx="5711123" cy="2004085"/>
            </a:xfrm>
            <a:custGeom>
              <a:avLst/>
              <a:gdLst/>
              <a:ahLst/>
              <a:cxnLst/>
              <a:rect r="r" b="b" t="t" l="l"/>
              <a:pathLst>
                <a:path h="2004085" w="5711123">
                  <a:moveTo>
                    <a:pt x="0" y="0"/>
                  </a:moveTo>
                  <a:lnTo>
                    <a:pt x="5711123" y="0"/>
                  </a:lnTo>
                  <a:lnTo>
                    <a:pt x="5711123" y="2004085"/>
                  </a:lnTo>
                  <a:lnTo>
                    <a:pt x="0" y="20040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7407290" y="123721"/>
              <a:ext cx="4373691" cy="1497881"/>
            </a:xfrm>
            <a:prstGeom prst="rect">
              <a:avLst/>
            </a:prstGeom>
          </p:spPr>
          <p:txBody>
            <a:bodyPr anchor="t" rtlCol="false" tIns="0" lIns="0" bIns="0" rIns="0">
              <a:spAutoFit/>
            </a:bodyPr>
            <a:lstStyle/>
            <a:p>
              <a:pPr algn="ctr">
                <a:lnSpc>
                  <a:spcPts val="4671"/>
                </a:lnSpc>
                <a:spcBef>
                  <a:spcPct val="0"/>
                </a:spcBef>
              </a:pPr>
              <a:r>
                <a:rPr lang="en-US" sz="3336">
                  <a:solidFill>
                    <a:srgbClr val="051D40"/>
                  </a:solidFill>
                  <a:latin typeface="Montserrat"/>
                  <a:ea typeface="Montserrat"/>
                  <a:cs typeface="Montserrat"/>
                  <a:sym typeface="Montserrat"/>
                </a:rPr>
                <a:t> Face Detection</a:t>
              </a:r>
            </a:p>
          </p:txBody>
        </p:sp>
        <p:sp>
          <p:nvSpPr>
            <p:cNvPr name="Freeform 14" id="14"/>
            <p:cNvSpPr/>
            <p:nvPr/>
          </p:nvSpPr>
          <p:spPr>
            <a:xfrm flipH="false" flipV="false" rot="0">
              <a:off x="13971679" y="0"/>
              <a:ext cx="7693964" cy="2699882"/>
            </a:xfrm>
            <a:custGeom>
              <a:avLst/>
              <a:gdLst/>
              <a:ahLst/>
              <a:cxnLst/>
              <a:rect r="r" b="b" t="t" l="l"/>
              <a:pathLst>
                <a:path h="2699882" w="7693964">
                  <a:moveTo>
                    <a:pt x="0" y="0"/>
                  </a:moveTo>
                  <a:lnTo>
                    <a:pt x="7693964" y="0"/>
                  </a:lnTo>
                  <a:lnTo>
                    <a:pt x="7693964" y="2699882"/>
                  </a:lnTo>
                  <a:lnTo>
                    <a:pt x="0" y="26998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5" id="15"/>
            <p:cNvSpPr txBox="true"/>
            <p:nvPr/>
          </p:nvSpPr>
          <p:spPr>
            <a:xfrm rot="0">
              <a:off x="14727493" y="103129"/>
              <a:ext cx="6643219" cy="2274745"/>
            </a:xfrm>
            <a:prstGeom prst="rect">
              <a:avLst/>
            </a:prstGeom>
          </p:spPr>
          <p:txBody>
            <a:bodyPr anchor="t" rtlCol="false" tIns="0" lIns="0" bIns="0" rIns="0">
              <a:spAutoFit/>
            </a:bodyPr>
            <a:lstStyle/>
            <a:p>
              <a:pPr algn="ctr">
                <a:lnSpc>
                  <a:spcPts val="4671"/>
                </a:lnSpc>
              </a:pPr>
              <a:r>
                <a:rPr lang="en-US" sz="3336">
                  <a:solidFill>
                    <a:srgbClr val="051D40"/>
                  </a:solidFill>
                  <a:latin typeface="Montserrat"/>
                  <a:ea typeface="Montserrat"/>
                  <a:cs typeface="Montserrat"/>
                  <a:sym typeface="Montserrat"/>
                </a:rPr>
                <a:t>Eye + </a:t>
              </a:r>
            </a:p>
            <a:p>
              <a:pPr algn="ctr">
                <a:lnSpc>
                  <a:spcPts val="4671"/>
                </a:lnSpc>
                <a:spcBef>
                  <a:spcPct val="0"/>
                </a:spcBef>
              </a:pPr>
              <a:r>
                <a:rPr lang="en-US" sz="3336">
                  <a:solidFill>
                    <a:srgbClr val="051D40"/>
                  </a:solidFill>
                  <a:latin typeface="Montserrat"/>
                  <a:ea typeface="Montserrat"/>
                  <a:cs typeface="Montserrat"/>
                  <a:sym typeface="Montserrat"/>
                </a:rPr>
                <a:t>Mouth Landmark Detection</a:t>
              </a:r>
            </a:p>
          </p:txBody>
        </p:sp>
        <p:sp>
          <p:nvSpPr>
            <p:cNvPr name="Freeform 16" id="16"/>
            <p:cNvSpPr/>
            <p:nvPr/>
          </p:nvSpPr>
          <p:spPr>
            <a:xfrm flipH="false" flipV="false" rot="0">
              <a:off x="14599669" y="4794390"/>
              <a:ext cx="6899434" cy="2421074"/>
            </a:xfrm>
            <a:custGeom>
              <a:avLst/>
              <a:gdLst/>
              <a:ahLst/>
              <a:cxnLst/>
              <a:rect r="r" b="b" t="t" l="l"/>
              <a:pathLst>
                <a:path h="2421074" w="6899434">
                  <a:moveTo>
                    <a:pt x="0" y="0"/>
                  </a:moveTo>
                  <a:lnTo>
                    <a:pt x="6899434" y="0"/>
                  </a:lnTo>
                  <a:lnTo>
                    <a:pt x="6899434" y="2421074"/>
                  </a:lnTo>
                  <a:lnTo>
                    <a:pt x="0" y="24210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7299835" y="4794390"/>
              <a:ext cx="6522418" cy="2288776"/>
            </a:xfrm>
            <a:custGeom>
              <a:avLst/>
              <a:gdLst/>
              <a:ahLst/>
              <a:cxnLst/>
              <a:rect r="r" b="b" t="t" l="l"/>
              <a:pathLst>
                <a:path h="2288776" w="6522418">
                  <a:moveTo>
                    <a:pt x="0" y="0"/>
                  </a:moveTo>
                  <a:lnTo>
                    <a:pt x="6522418" y="0"/>
                  </a:lnTo>
                  <a:lnTo>
                    <a:pt x="6522418" y="2288776"/>
                  </a:lnTo>
                  <a:lnTo>
                    <a:pt x="0" y="22887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157712" y="4926688"/>
              <a:ext cx="6522418" cy="2288776"/>
            </a:xfrm>
            <a:custGeom>
              <a:avLst/>
              <a:gdLst/>
              <a:ahLst/>
              <a:cxnLst/>
              <a:rect r="r" b="b" t="t" l="l"/>
              <a:pathLst>
                <a:path h="2288776" w="6522418">
                  <a:moveTo>
                    <a:pt x="0" y="0"/>
                  </a:moveTo>
                  <a:lnTo>
                    <a:pt x="6522418" y="0"/>
                  </a:lnTo>
                  <a:lnTo>
                    <a:pt x="6522418" y="2288776"/>
                  </a:lnTo>
                  <a:lnTo>
                    <a:pt x="0" y="22887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0">
              <a:off x="5262537" y="543297"/>
              <a:ext cx="2519762" cy="715877"/>
            </a:xfrm>
            <a:custGeom>
              <a:avLst/>
              <a:gdLst/>
              <a:ahLst/>
              <a:cxnLst/>
              <a:rect r="r" b="b" t="t" l="l"/>
              <a:pathLst>
                <a:path h="715877" w="2519762">
                  <a:moveTo>
                    <a:pt x="0" y="0"/>
                  </a:moveTo>
                  <a:lnTo>
                    <a:pt x="2519762" y="0"/>
                  </a:lnTo>
                  <a:lnTo>
                    <a:pt x="2519762" y="715878"/>
                  </a:lnTo>
                  <a:lnTo>
                    <a:pt x="0" y="7158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0" id="20"/>
            <p:cNvSpPr txBox="true"/>
            <p:nvPr/>
          </p:nvSpPr>
          <p:spPr>
            <a:xfrm rot="0">
              <a:off x="15262691" y="5513881"/>
              <a:ext cx="5573391" cy="783119"/>
            </a:xfrm>
            <a:prstGeom prst="rect">
              <a:avLst/>
            </a:prstGeom>
          </p:spPr>
          <p:txBody>
            <a:bodyPr anchor="t" rtlCol="false" tIns="0" lIns="0" bIns="0" rIns="0">
              <a:spAutoFit/>
            </a:bodyPr>
            <a:lstStyle/>
            <a:p>
              <a:pPr algn="ctr">
                <a:lnSpc>
                  <a:spcPts val="5041"/>
                </a:lnSpc>
                <a:spcBef>
                  <a:spcPct val="0"/>
                </a:spcBef>
              </a:pPr>
              <a:r>
                <a:rPr lang="en-US" sz="3600">
                  <a:solidFill>
                    <a:srgbClr val="051D40"/>
                  </a:solidFill>
                  <a:latin typeface="Montserrat"/>
                  <a:ea typeface="Montserrat"/>
                  <a:cs typeface="Montserrat"/>
                  <a:sym typeface="Montserrat"/>
                </a:rPr>
                <a:t>EAR</a:t>
              </a:r>
              <a:r>
                <a:rPr lang="en-US" sz="3600">
                  <a:solidFill>
                    <a:srgbClr val="051D40"/>
                  </a:solidFill>
                  <a:latin typeface="Montserrat"/>
                  <a:ea typeface="Montserrat"/>
                  <a:cs typeface="Montserrat"/>
                  <a:sym typeface="Montserrat"/>
                </a:rPr>
                <a:t> &amp; Yawn Ratio </a:t>
              </a:r>
            </a:p>
          </p:txBody>
        </p:sp>
        <p:sp>
          <p:nvSpPr>
            <p:cNvPr name="TextBox 21" id="21"/>
            <p:cNvSpPr txBox="true"/>
            <p:nvPr/>
          </p:nvSpPr>
          <p:spPr>
            <a:xfrm rot="0">
              <a:off x="8075216" y="5513881"/>
              <a:ext cx="4971655" cy="783119"/>
            </a:xfrm>
            <a:prstGeom prst="rect">
              <a:avLst/>
            </a:prstGeom>
          </p:spPr>
          <p:txBody>
            <a:bodyPr anchor="t" rtlCol="false" tIns="0" lIns="0" bIns="0" rIns="0">
              <a:spAutoFit/>
            </a:bodyPr>
            <a:lstStyle/>
            <a:p>
              <a:pPr algn="ctr">
                <a:lnSpc>
                  <a:spcPts val="5041"/>
                </a:lnSpc>
                <a:spcBef>
                  <a:spcPct val="0"/>
                </a:spcBef>
              </a:pPr>
              <a:r>
                <a:rPr lang="en-US" sz="3600">
                  <a:solidFill>
                    <a:srgbClr val="051D40"/>
                  </a:solidFill>
                  <a:latin typeface="Montserrat"/>
                  <a:ea typeface="Montserrat"/>
                  <a:cs typeface="Montserrat"/>
                  <a:sym typeface="Montserrat"/>
                </a:rPr>
                <a:t> Multi-level Alert</a:t>
              </a:r>
            </a:p>
          </p:txBody>
        </p:sp>
        <p:sp>
          <p:nvSpPr>
            <p:cNvPr name="TextBox 22" id="22"/>
            <p:cNvSpPr txBox="true"/>
            <p:nvPr/>
          </p:nvSpPr>
          <p:spPr>
            <a:xfrm rot="0">
              <a:off x="0" y="5094685"/>
              <a:ext cx="6522418" cy="1621509"/>
            </a:xfrm>
            <a:prstGeom prst="rect">
              <a:avLst/>
            </a:prstGeom>
          </p:spPr>
          <p:txBody>
            <a:bodyPr anchor="t" rtlCol="false" tIns="0" lIns="0" bIns="0" rIns="0">
              <a:spAutoFit/>
            </a:bodyPr>
            <a:lstStyle/>
            <a:p>
              <a:pPr algn="ctr">
                <a:lnSpc>
                  <a:spcPts val="5041"/>
                </a:lnSpc>
                <a:spcBef>
                  <a:spcPct val="0"/>
                </a:spcBef>
              </a:pPr>
              <a:r>
                <a:rPr lang="en-US" sz="3600">
                  <a:solidFill>
                    <a:srgbClr val="051D40"/>
                  </a:solidFill>
                  <a:latin typeface="Montserrat"/>
                  <a:ea typeface="Montserrat"/>
                  <a:cs typeface="Montserrat"/>
                  <a:sym typeface="Montserrat"/>
                </a:rPr>
                <a:t>Arduin</a:t>
              </a:r>
              <a:r>
                <a:rPr lang="en-US" sz="3600">
                  <a:solidFill>
                    <a:srgbClr val="051D40"/>
                  </a:solidFill>
                  <a:latin typeface="Montserrat"/>
                  <a:ea typeface="Montserrat"/>
                  <a:cs typeface="Montserrat"/>
                  <a:sym typeface="Montserrat"/>
                </a:rPr>
                <a:t>o (LED/Buzzer)</a:t>
              </a:r>
            </a:p>
          </p:txBody>
        </p:sp>
        <p:sp>
          <p:nvSpPr>
            <p:cNvPr name="Freeform 23" id="23"/>
            <p:cNvSpPr/>
            <p:nvPr/>
          </p:nvSpPr>
          <p:spPr>
            <a:xfrm flipH="false" flipV="false" rot="0">
              <a:off x="12079907" y="824275"/>
              <a:ext cx="2519762" cy="715877"/>
            </a:xfrm>
            <a:custGeom>
              <a:avLst/>
              <a:gdLst/>
              <a:ahLst/>
              <a:cxnLst/>
              <a:rect r="r" b="b" t="t" l="l"/>
              <a:pathLst>
                <a:path h="715877" w="2519762">
                  <a:moveTo>
                    <a:pt x="0" y="0"/>
                  </a:moveTo>
                  <a:lnTo>
                    <a:pt x="2519762" y="0"/>
                  </a:lnTo>
                  <a:lnTo>
                    <a:pt x="2519762" y="715877"/>
                  </a:lnTo>
                  <a:lnTo>
                    <a:pt x="0" y="7158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4" id="24"/>
            <p:cNvSpPr/>
            <p:nvPr/>
          </p:nvSpPr>
          <p:spPr>
            <a:xfrm flipH="false" flipV="false" rot="5400000">
              <a:off x="16789505" y="3439256"/>
              <a:ext cx="2519762" cy="715877"/>
            </a:xfrm>
            <a:custGeom>
              <a:avLst/>
              <a:gdLst/>
              <a:ahLst/>
              <a:cxnLst/>
              <a:rect r="r" b="b" t="t" l="l"/>
              <a:pathLst>
                <a:path h="715877" w="2519762">
                  <a:moveTo>
                    <a:pt x="0" y="0"/>
                  </a:moveTo>
                  <a:lnTo>
                    <a:pt x="2519762" y="0"/>
                  </a:lnTo>
                  <a:lnTo>
                    <a:pt x="2519762" y="715877"/>
                  </a:lnTo>
                  <a:lnTo>
                    <a:pt x="0" y="7158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5" id="25"/>
            <p:cNvSpPr/>
            <p:nvPr/>
          </p:nvSpPr>
          <p:spPr>
            <a:xfrm flipH="false" flipV="false" rot="-10800000">
              <a:off x="13339788" y="5701968"/>
              <a:ext cx="1667055" cy="473619"/>
            </a:xfrm>
            <a:custGeom>
              <a:avLst/>
              <a:gdLst/>
              <a:ahLst/>
              <a:cxnLst/>
              <a:rect r="r" b="b" t="t" l="l"/>
              <a:pathLst>
                <a:path h="473619" w="1667055">
                  <a:moveTo>
                    <a:pt x="0" y="0"/>
                  </a:moveTo>
                  <a:lnTo>
                    <a:pt x="1667055" y="0"/>
                  </a:lnTo>
                  <a:lnTo>
                    <a:pt x="1667055" y="473619"/>
                  </a:lnTo>
                  <a:lnTo>
                    <a:pt x="0" y="47361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6" id="26"/>
            <p:cNvSpPr/>
            <p:nvPr/>
          </p:nvSpPr>
          <p:spPr>
            <a:xfrm flipH="false" flipV="false" rot="-10800000">
              <a:off x="6115244" y="5597457"/>
              <a:ext cx="1667055" cy="473619"/>
            </a:xfrm>
            <a:custGeom>
              <a:avLst/>
              <a:gdLst/>
              <a:ahLst/>
              <a:cxnLst/>
              <a:rect r="r" b="b" t="t" l="l"/>
              <a:pathLst>
                <a:path h="473619" w="1667055">
                  <a:moveTo>
                    <a:pt x="0" y="0"/>
                  </a:moveTo>
                  <a:lnTo>
                    <a:pt x="1667055" y="0"/>
                  </a:lnTo>
                  <a:lnTo>
                    <a:pt x="1667055" y="473619"/>
                  </a:lnTo>
                  <a:lnTo>
                    <a:pt x="0" y="47361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TextBox 2" id="2"/>
          <p:cNvSpPr txBox="true"/>
          <p:nvPr/>
        </p:nvSpPr>
        <p:spPr>
          <a:xfrm rot="0">
            <a:off x="1221496" y="131636"/>
            <a:ext cx="9841671" cy="1120775"/>
          </a:xfrm>
          <a:prstGeom prst="rect">
            <a:avLst/>
          </a:prstGeom>
        </p:spPr>
        <p:txBody>
          <a:bodyPr anchor="t" rtlCol="false" tIns="0" lIns="0" bIns="0" rIns="0">
            <a:spAutoFit/>
          </a:bodyPr>
          <a:lstStyle/>
          <a:p>
            <a:pPr algn="l" marL="0" indent="0" lvl="0">
              <a:lnSpc>
                <a:spcPts val="9100"/>
              </a:lnSpc>
              <a:spcBef>
                <a:spcPct val="0"/>
              </a:spcBef>
            </a:pPr>
            <a:r>
              <a:rPr lang="en-US" b="true" sz="6500">
                <a:solidFill>
                  <a:srgbClr val="051D40"/>
                </a:solidFill>
                <a:latin typeface="Montserrat Bold"/>
                <a:ea typeface="Montserrat Bold"/>
                <a:cs typeface="Montserrat Bold"/>
                <a:sym typeface="Montserrat Bold"/>
              </a:rPr>
              <a:t>Det</a:t>
            </a:r>
            <a:r>
              <a:rPr lang="en-US" b="true" sz="6500" strike="noStrike" u="none">
                <a:solidFill>
                  <a:srgbClr val="051D40"/>
                </a:solidFill>
                <a:latin typeface="Montserrat Bold"/>
                <a:ea typeface="Montserrat Bold"/>
                <a:cs typeface="Montserrat Bold"/>
                <a:sym typeface="Montserrat Bold"/>
              </a:rPr>
              <a:t>ection Parameters</a:t>
            </a:r>
          </a:p>
        </p:txBody>
      </p:sp>
      <p:grpSp>
        <p:nvGrpSpPr>
          <p:cNvPr name="Group 3" id="3"/>
          <p:cNvGrpSpPr/>
          <p:nvPr/>
        </p:nvGrpSpPr>
        <p:grpSpPr>
          <a:xfrm rot="0">
            <a:off x="-1595820" y="-1782102"/>
            <a:ext cx="3564204" cy="356420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051D40">
                  <a:alpha val="15686"/>
                </a:srgbClr>
              </a:soli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4700679" y="7074186"/>
            <a:ext cx="5946973" cy="594697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0" y="2561453"/>
            <a:ext cx="18288000" cy="3203692"/>
          </a:xfrm>
          <a:custGeom>
            <a:avLst/>
            <a:gdLst/>
            <a:ahLst/>
            <a:cxnLst/>
            <a:rect r="r" b="b" t="t" l="l"/>
            <a:pathLst>
              <a:path h="3203692" w="18288000">
                <a:moveTo>
                  <a:pt x="0" y="0"/>
                </a:moveTo>
                <a:lnTo>
                  <a:pt x="18288000" y="0"/>
                </a:lnTo>
                <a:lnTo>
                  <a:pt x="18288000" y="3203691"/>
                </a:lnTo>
                <a:lnTo>
                  <a:pt x="0" y="3203691"/>
                </a:lnTo>
                <a:lnTo>
                  <a:pt x="0" y="0"/>
                </a:lnTo>
                <a:close/>
              </a:path>
            </a:pathLst>
          </a:custGeom>
          <a:blipFill>
            <a:blip r:embed="rId2"/>
            <a:stretch>
              <a:fillRect l="-1707" t="-886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7958853" y="0"/>
            <a:ext cx="5021170" cy="10287000"/>
            <a:chOff x="0" y="0"/>
            <a:chExt cx="1322448" cy="2709333"/>
          </a:xfrm>
        </p:grpSpPr>
        <p:sp>
          <p:nvSpPr>
            <p:cNvPr name="Freeform 3" id="3"/>
            <p:cNvSpPr/>
            <p:nvPr/>
          </p:nvSpPr>
          <p:spPr>
            <a:xfrm flipH="false" flipV="false" rot="0">
              <a:off x="0" y="0"/>
              <a:ext cx="1322448" cy="2709333"/>
            </a:xfrm>
            <a:custGeom>
              <a:avLst/>
              <a:gdLst/>
              <a:ahLst/>
              <a:cxnLst/>
              <a:rect r="r" b="b" t="t" l="l"/>
              <a:pathLst>
                <a:path h="2709333" w="1322448">
                  <a:moveTo>
                    <a:pt x="0" y="0"/>
                  </a:moveTo>
                  <a:lnTo>
                    <a:pt x="1322448" y="0"/>
                  </a:lnTo>
                  <a:lnTo>
                    <a:pt x="1322448" y="2709333"/>
                  </a:lnTo>
                  <a:lnTo>
                    <a:pt x="0" y="2709333"/>
                  </a:lnTo>
                  <a:close/>
                </a:path>
              </a:pathLst>
            </a:custGeom>
            <a:solidFill>
              <a:srgbClr val="051D40"/>
            </a:solidFill>
          </p:spPr>
        </p:sp>
        <p:sp>
          <p:nvSpPr>
            <p:cNvPr name="TextBox 4" id="4"/>
            <p:cNvSpPr txBox="true"/>
            <p:nvPr/>
          </p:nvSpPr>
          <p:spPr>
            <a:xfrm>
              <a:off x="0" y="-38100"/>
              <a:ext cx="1322448" cy="2747433"/>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221496" y="131636"/>
            <a:ext cx="11169763" cy="1120775"/>
          </a:xfrm>
          <a:prstGeom prst="rect">
            <a:avLst/>
          </a:prstGeom>
        </p:spPr>
        <p:txBody>
          <a:bodyPr anchor="t" rtlCol="false" tIns="0" lIns="0" bIns="0" rIns="0">
            <a:spAutoFit/>
          </a:bodyPr>
          <a:lstStyle/>
          <a:p>
            <a:pPr algn="l" marL="0" indent="0" lvl="0">
              <a:lnSpc>
                <a:spcPts val="9100"/>
              </a:lnSpc>
              <a:spcBef>
                <a:spcPct val="0"/>
              </a:spcBef>
            </a:pPr>
            <a:r>
              <a:rPr lang="en-US" b="true" sz="6500">
                <a:solidFill>
                  <a:srgbClr val="051D40"/>
                </a:solidFill>
                <a:latin typeface="Montserrat Bold"/>
                <a:ea typeface="Montserrat Bold"/>
                <a:cs typeface="Montserrat Bold"/>
                <a:sym typeface="Montserrat Bold"/>
              </a:rPr>
              <a:t>Mul</a:t>
            </a:r>
            <a:r>
              <a:rPr lang="en-US" b="true" sz="6500" strike="noStrike" u="none">
                <a:solidFill>
                  <a:srgbClr val="051D40"/>
                </a:solidFill>
                <a:latin typeface="Montserrat Bold"/>
                <a:ea typeface="Montserrat Bold"/>
                <a:cs typeface="Montserrat Bold"/>
                <a:sym typeface="Montserrat Bold"/>
              </a:rPr>
              <a:t>ti-Level Alert System</a:t>
            </a:r>
          </a:p>
        </p:txBody>
      </p:sp>
      <p:grpSp>
        <p:nvGrpSpPr>
          <p:cNvPr name="Group 6" id="6"/>
          <p:cNvGrpSpPr/>
          <p:nvPr/>
        </p:nvGrpSpPr>
        <p:grpSpPr>
          <a:xfrm rot="0">
            <a:off x="-1595820" y="-1782102"/>
            <a:ext cx="3564204" cy="356420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051D40">
                  <a:alpha val="15686"/>
                </a:srgbClr>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4700679" y="7074186"/>
            <a:ext cx="5946973" cy="594697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0" y="4530033"/>
            <a:ext cx="17958853" cy="2634839"/>
          </a:xfrm>
          <a:custGeom>
            <a:avLst/>
            <a:gdLst/>
            <a:ahLst/>
            <a:cxnLst/>
            <a:rect r="r" b="b" t="t" l="l"/>
            <a:pathLst>
              <a:path h="2634839" w="17958853">
                <a:moveTo>
                  <a:pt x="0" y="0"/>
                </a:moveTo>
                <a:lnTo>
                  <a:pt x="17958853" y="0"/>
                </a:lnTo>
                <a:lnTo>
                  <a:pt x="17958853" y="2634839"/>
                </a:lnTo>
                <a:lnTo>
                  <a:pt x="0" y="2634839"/>
                </a:lnTo>
                <a:lnTo>
                  <a:pt x="0" y="0"/>
                </a:lnTo>
                <a:close/>
              </a:path>
            </a:pathLst>
          </a:custGeom>
          <a:blipFill>
            <a:blip r:embed="rId2"/>
            <a:stretch>
              <a:fillRect l="-3564" t="-17353" r="0" b="0"/>
            </a:stretch>
          </a:blipFill>
        </p:spPr>
      </p:sp>
      <p:sp>
        <p:nvSpPr>
          <p:cNvPr name="TextBox 13" id="13"/>
          <p:cNvSpPr txBox="true"/>
          <p:nvPr/>
        </p:nvSpPr>
        <p:spPr>
          <a:xfrm rot="0">
            <a:off x="405970" y="1744002"/>
            <a:ext cx="12287570" cy="1544320"/>
          </a:xfrm>
          <a:prstGeom prst="rect">
            <a:avLst/>
          </a:prstGeom>
        </p:spPr>
        <p:txBody>
          <a:bodyPr anchor="t" rtlCol="false" tIns="0" lIns="0" bIns="0" rIns="0">
            <a:spAutoFit/>
          </a:bodyPr>
          <a:lstStyle/>
          <a:p>
            <a:pPr algn="l" marL="474978" indent="-237489" lvl="1">
              <a:lnSpc>
                <a:spcPts val="3079"/>
              </a:lnSpc>
              <a:buFont typeface="Arial"/>
              <a:buChar char="•"/>
            </a:pPr>
            <a:r>
              <a:rPr lang="en-US" sz="2199">
                <a:solidFill>
                  <a:srgbClr val="051D40"/>
                </a:solidFill>
                <a:latin typeface="Montserrat"/>
                <a:ea typeface="Montserrat"/>
                <a:cs typeface="Montserrat"/>
                <a:sym typeface="Montserrat"/>
              </a:rPr>
              <a:t>The system classifies driver alertness int</a:t>
            </a:r>
            <a:r>
              <a:rPr lang="en-US" sz="2199">
                <a:solidFill>
                  <a:srgbClr val="051D40"/>
                </a:solidFill>
                <a:latin typeface="Montserrat"/>
                <a:ea typeface="Montserrat"/>
                <a:cs typeface="Montserrat"/>
                <a:sym typeface="Montserrat"/>
              </a:rPr>
              <a:t>o three stages based on the Eye Aspect Ratio (EAR) and Normalized Yawn Metric (NYM).</a:t>
            </a:r>
          </a:p>
          <a:p>
            <a:pPr algn="l" marL="474978" indent="-237489" lvl="1">
              <a:lnSpc>
                <a:spcPts val="3079"/>
              </a:lnSpc>
              <a:buFont typeface="Arial"/>
              <a:buChar char="•"/>
            </a:pPr>
            <a:r>
              <a:rPr lang="en-US" sz="2199">
                <a:solidFill>
                  <a:srgbClr val="051D40"/>
                </a:solidFill>
                <a:latin typeface="Montserrat"/>
                <a:ea typeface="Montserrat"/>
                <a:cs typeface="Montserrat"/>
                <a:sym typeface="Montserrat"/>
              </a:rPr>
              <a:t> Each level activates a distinct visual and sound alert through Arduino to warn the driver before critical fatigue occurs.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7958853" y="0"/>
            <a:ext cx="5021170" cy="10287000"/>
            <a:chOff x="0" y="0"/>
            <a:chExt cx="1322448" cy="2709333"/>
          </a:xfrm>
        </p:grpSpPr>
        <p:sp>
          <p:nvSpPr>
            <p:cNvPr name="Freeform 3" id="3"/>
            <p:cNvSpPr/>
            <p:nvPr/>
          </p:nvSpPr>
          <p:spPr>
            <a:xfrm flipH="false" flipV="false" rot="0">
              <a:off x="0" y="0"/>
              <a:ext cx="1322448" cy="2709333"/>
            </a:xfrm>
            <a:custGeom>
              <a:avLst/>
              <a:gdLst/>
              <a:ahLst/>
              <a:cxnLst/>
              <a:rect r="r" b="b" t="t" l="l"/>
              <a:pathLst>
                <a:path h="2709333" w="1322448">
                  <a:moveTo>
                    <a:pt x="0" y="0"/>
                  </a:moveTo>
                  <a:lnTo>
                    <a:pt x="1322448" y="0"/>
                  </a:lnTo>
                  <a:lnTo>
                    <a:pt x="1322448" y="2709333"/>
                  </a:lnTo>
                  <a:lnTo>
                    <a:pt x="0" y="2709333"/>
                  </a:lnTo>
                  <a:close/>
                </a:path>
              </a:pathLst>
            </a:custGeom>
            <a:solidFill>
              <a:srgbClr val="051D40"/>
            </a:solidFill>
          </p:spPr>
        </p:sp>
        <p:sp>
          <p:nvSpPr>
            <p:cNvPr name="TextBox 4" id="4"/>
            <p:cNvSpPr txBox="true"/>
            <p:nvPr/>
          </p:nvSpPr>
          <p:spPr>
            <a:xfrm>
              <a:off x="0" y="-38100"/>
              <a:ext cx="1322448" cy="2747433"/>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221496" y="131636"/>
            <a:ext cx="11169763" cy="2273300"/>
          </a:xfrm>
          <a:prstGeom prst="rect">
            <a:avLst/>
          </a:prstGeom>
        </p:spPr>
        <p:txBody>
          <a:bodyPr anchor="t" rtlCol="false" tIns="0" lIns="0" bIns="0" rIns="0">
            <a:spAutoFit/>
          </a:bodyPr>
          <a:lstStyle/>
          <a:p>
            <a:pPr algn="l">
              <a:lnSpc>
                <a:spcPts val="9100"/>
              </a:lnSpc>
            </a:pPr>
            <a:r>
              <a:rPr lang="en-US" sz="6500" b="true">
                <a:solidFill>
                  <a:srgbClr val="051D40"/>
                </a:solidFill>
                <a:latin typeface="Montserrat Bold"/>
                <a:ea typeface="Montserrat Bold"/>
                <a:cs typeface="Montserrat Bold"/>
                <a:sym typeface="Montserrat Bold"/>
              </a:rPr>
              <a:t>Images</a:t>
            </a:r>
          </a:p>
          <a:p>
            <a:pPr algn="l" marL="0" indent="0" lvl="0">
              <a:lnSpc>
                <a:spcPts val="9100"/>
              </a:lnSpc>
              <a:spcBef>
                <a:spcPct val="0"/>
              </a:spcBef>
            </a:pPr>
            <a:r>
              <a:rPr lang="en-US" b="true" sz="6500" u="sng">
                <a:solidFill>
                  <a:srgbClr val="051D40"/>
                </a:solidFill>
                <a:latin typeface="Montserrat Bold"/>
                <a:ea typeface="Montserrat Bold"/>
                <a:cs typeface="Montserrat Bold"/>
                <a:sym typeface="Montserrat Bold"/>
              </a:rPr>
              <a:t>Eyes</a:t>
            </a:r>
          </a:p>
        </p:txBody>
      </p:sp>
      <p:grpSp>
        <p:nvGrpSpPr>
          <p:cNvPr name="Group 6" id="6"/>
          <p:cNvGrpSpPr/>
          <p:nvPr/>
        </p:nvGrpSpPr>
        <p:grpSpPr>
          <a:xfrm rot="0">
            <a:off x="-1595820" y="-1782102"/>
            <a:ext cx="3564204" cy="356420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051D40">
                  <a:alpha val="15686"/>
                </a:srgbClr>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4700679" y="7074186"/>
            <a:ext cx="5946973" cy="594697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1028700" y="7555372"/>
            <a:ext cx="16230600" cy="1012594"/>
          </a:xfrm>
          <a:custGeom>
            <a:avLst/>
            <a:gdLst/>
            <a:ahLst/>
            <a:cxnLst/>
            <a:rect r="r" b="b" t="t" l="l"/>
            <a:pathLst>
              <a:path h="1012594" w="16230600">
                <a:moveTo>
                  <a:pt x="0" y="0"/>
                </a:moveTo>
                <a:lnTo>
                  <a:pt x="16230600" y="0"/>
                </a:lnTo>
                <a:lnTo>
                  <a:pt x="16230600" y="1012593"/>
                </a:lnTo>
                <a:lnTo>
                  <a:pt x="0" y="1012593"/>
                </a:lnTo>
                <a:lnTo>
                  <a:pt x="0" y="0"/>
                </a:lnTo>
                <a:close/>
              </a:path>
            </a:pathLst>
          </a:custGeom>
          <a:blipFill>
            <a:blip r:embed="rId2"/>
            <a:stretch>
              <a:fillRect l="0" t="-216567" r="0" b="0"/>
            </a:stretch>
          </a:blipFill>
        </p:spPr>
      </p:sp>
      <p:sp>
        <p:nvSpPr>
          <p:cNvPr name="Freeform 13" id="13"/>
          <p:cNvSpPr/>
          <p:nvPr/>
        </p:nvSpPr>
        <p:spPr>
          <a:xfrm flipH="false" flipV="false" rot="0">
            <a:off x="186282" y="3057090"/>
            <a:ext cx="5649333" cy="4498281"/>
          </a:xfrm>
          <a:custGeom>
            <a:avLst/>
            <a:gdLst/>
            <a:ahLst/>
            <a:cxnLst/>
            <a:rect r="r" b="b" t="t" l="l"/>
            <a:pathLst>
              <a:path h="4498281" w="5649333">
                <a:moveTo>
                  <a:pt x="0" y="0"/>
                </a:moveTo>
                <a:lnTo>
                  <a:pt x="5649333" y="0"/>
                </a:lnTo>
                <a:lnTo>
                  <a:pt x="5649333" y="4498282"/>
                </a:lnTo>
                <a:lnTo>
                  <a:pt x="0" y="4498282"/>
                </a:lnTo>
                <a:lnTo>
                  <a:pt x="0" y="0"/>
                </a:lnTo>
                <a:close/>
              </a:path>
            </a:pathLst>
          </a:custGeom>
          <a:blipFill>
            <a:blip r:embed="rId3"/>
            <a:stretch>
              <a:fillRect l="0" t="0" r="0" b="0"/>
            </a:stretch>
          </a:blipFill>
        </p:spPr>
      </p:sp>
      <p:sp>
        <p:nvSpPr>
          <p:cNvPr name="Freeform 14" id="14"/>
          <p:cNvSpPr/>
          <p:nvPr/>
        </p:nvSpPr>
        <p:spPr>
          <a:xfrm flipH="false" flipV="false" rot="0">
            <a:off x="6366155" y="3057090"/>
            <a:ext cx="5694027" cy="4498281"/>
          </a:xfrm>
          <a:custGeom>
            <a:avLst/>
            <a:gdLst/>
            <a:ahLst/>
            <a:cxnLst/>
            <a:rect r="r" b="b" t="t" l="l"/>
            <a:pathLst>
              <a:path h="4498281" w="5694027">
                <a:moveTo>
                  <a:pt x="0" y="0"/>
                </a:moveTo>
                <a:lnTo>
                  <a:pt x="5694027" y="0"/>
                </a:lnTo>
                <a:lnTo>
                  <a:pt x="5694027" y="4498282"/>
                </a:lnTo>
                <a:lnTo>
                  <a:pt x="0" y="4498282"/>
                </a:lnTo>
                <a:lnTo>
                  <a:pt x="0" y="0"/>
                </a:lnTo>
                <a:close/>
              </a:path>
            </a:pathLst>
          </a:custGeom>
          <a:blipFill>
            <a:blip r:embed="rId4"/>
            <a:stretch>
              <a:fillRect l="0" t="0" r="0" b="0"/>
            </a:stretch>
          </a:blipFill>
        </p:spPr>
      </p:sp>
      <p:sp>
        <p:nvSpPr>
          <p:cNvPr name="Freeform 15" id="15"/>
          <p:cNvSpPr/>
          <p:nvPr/>
        </p:nvSpPr>
        <p:spPr>
          <a:xfrm flipH="false" flipV="false" rot="0">
            <a:off x="12593582" y="3090130"/>
            <a:ext cx="5697278" cy="4465242"/>
          </a:xfrm>
          <a:custGeom>
            <a:avLst/>
            <a:gdLst/>
            <a:ahLst/>
            <a:cxnLst/>
            <a:rect r="r" b="b" t="t" l="l"/>
            <a:pathLst>
              <a:path h="4465242" w="5697278">
                <a:moveTo>
                  <a:pt x="0" y="0"/>
                </a:moveTo>
                <a:lnTo>
                  <a:pt x="5697278" y="0"/>
                </a:lnTo>
                <a:lnTo>
                  <a:pt x="5697278" y="4465242"/>
                </a:lnTo>
                <a:lnTo>
                  <a:pt x="0" y="4465242"/>
                </a:lnTo>
                <a:lnTo>
                  <a:pt x="0" y="0"/>
                </a:lnTo>
                <a:close/>
              </a:path>
            </a:pathLst>
          </a:custGeom>
          <a:blipFill>
            <a:blip r:embed="rId5"/>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7958853" y="0"/>
            <a:ext cx="5021170" cy="10287000"/>
            <a:chOff x="0" y="0"/>
            <a:chExt cx="1322448" cy="2709333"/>
          </a:xfrm>
        </p:grpSpPr>
        <p:sp>
          <p:nvSpPr>
            <p:cNvPr name="Freeform 3" id="3"/>
            <p:cNvSpPr/>
            <p:nvPr/>
          </p:nvSpPr>
          <p:spPr>
            <a:xfrm flipH="false" flipV="false" rot="0">
              <a:off x="0" y="0"/>
              <a:ext cx="1322448" cy="2709333"/>
            </a:xfrm>
            <a:custGeom>
              <a:avLst/>
              <a:gdLst/>
              <a:ahLst/>
              <a:cxnLst/>
              <a:rect r="r" b="b" t="t" l="l"/>
              <a:pathLst>
                <a:path h="2709333" w="1322448">
                  <a:moveTo>
                    <a:pt x="0" y="0"/>
                  </a:moveTo>
                  <a:lnTo>
                    <a:pt x="1322448" y="0"/>
                  </a:lnTo>
                  <a:lnTo>
                    <a:pt x="1322448" y="2709333"/>
                  </a:lnTo>
                  <a:lnTo>
                    <a:pt x="0" y="2709333"/>
                  </a:lnTo>
                  <a:close/>
                </a:path>
              </a:pathLst>
            </a:custGeom>
            <a:solidFill>
              <a:srgbClr val="051D40"/>
            </a:solidFill>
          </p:spPr>
        </p:sp>
        <p:sp>
          <p:nvSpPr>
            <p:cNvPr name="TextBox 4" id="4"/>
            <p:cNvSpPr txBox="true"/>
            <p:nvPr/>
          </p:nvSpPr>
          <p:spPr>
            <a:xfrm>
              <a:off x="0" y="-38100"/>
              <a:ext cx="1322448" cy="2747433"/>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221496" y="131636"/>
            <a:ext cx="11169763" cy="2273300"/>
          </a:xfrm>
          <a:prstGeom prst="rect">
            <a:avLst/>
          </a:prstGeom>
        </p:spPr>
        <p:txBody>
          <a:bodyPr anchor="t" rtlCol="false" tIns="0" lIns="0" bIns="0" rIns="0">
            <a:spAutoFit/>
          </a:bodyPr>
          <a:lstStyle/>
          <a:p>
            <a:pPr algn="l">
              <a:lnSpc>
                <a:spcPts val="9100"/>
              </a:lnSpc>
            </a:pPr>
            <a:r>
              <a:rPr lang="en-US" sz="6500" b="true">
                <a:solidFill>
                  <a:srgbClr val="051D40"/>
                </a:solidFill>
                <a:latin typeface="Montserrat Bold"/>
                <a:ea typeface="Montserrat Bold"/>
                <a:cs typeface="Montserrat Bold"/>
                <a:sym typeface="Montserrat Bold"/>
              </a:rPr>
              <a:t>Images</a:t>
            </a:r>
          </a:p>
          <a:p>
            <a:pPr algn="l" marL="0" indent="0" lvl="0">
              <a:lnSpc>
                <a:spcPts val="9100"/>
              </a:lnSpc>
              <a:spcBef>
                <a:spcPct val="0"/>
              </a:spcBef>
            </a:pPr>
            <a:r>
              <a:rPr lang="en-US" b="true" sz="6500" u="sng">
                <a:solidFill>
                  <a:srgbClr val="051D40"/>
                </a:solidFill>
                <a:latin typeface="Montserrat Bold"/>
                <a:ea typeface="Montserrat Bold"/>
                <a:cs typeface="Montserrat Bold"/>
                <a:sym typeface="Montserrat Bold"/>
              </a:rPr>
              <a:t>Yawn</a:t>
            </a:r>
          </a:p>
        </p:txBody>
      </p:sp>
      <p:grpSp>
        <p:nvGrpSpPr>
          <p:cNvPr name="Group 6" id="6"/>
          <p:cNvGrpSpPr/>
          <p:nvPr/>
        </p:nvGrpSpPr>
        <p:grpSpPr>
          <a:xfrm rot="0">
            <a:off x="-1595820" y="-1782102"/>
            <a:ext cx="3564204" cy="356420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051D40">
                  <a:alpha val="15686"/>
                </a:srgbClr>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4700679" y="7074186"/>
            <a:ext cx="5946973" cy="594697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1028700" y="7555372"/>
            <a:ext cx="16230600" cy="1012594"/>
          </a:xfrm>
          <a:custGeom>
            <a:avLst/>
            <a:gdLst/>
            <a:ahLst/>
            <a:cxnLst/>
            <a:rect r="r" b="b" t="t" l="l"/>
            <a:pathLst>
              <a:path h="1012594" w="16230600">
                <a:moveTo>
                  <a:pt x="0" y="0"/>
                </a:moveTo>
                <a:lnTo>
                  <a:pt x="16230600" y="0"/>
                </a:lnTo>
                <a:lnTo>
                  <a:pt x="16230600" y="1012593"/>
                </a:lnTo>
                <a:lnTo>
                  <a:pt x="0" y="1012593"/>
                </a:lnTo>
                <a:lnTo>
                  <a:pt x="0" y="0"/>
                </a:lnTo>
                <a:close/>
              </a:path>
            </a:pathLst>
          </a:custGeom>
          <a:blipFill>
            <a:blip r:embed="rId2"/>
            <a:stretch>
              <a:fillRect l="0" t="-216567" r="0" b="0"/>
            </a:stretch>
          </a:blipFill>
        </p:spPr>
      </p:sp>
      <p:sp>
        <p:nvSpPr>
          <p:cNvPr name="Freeform 13" id="13"/>
          <p:cNvSpPr/>
          <p:nvPr/>
        </p:nvSpPr>
        <p:spPr>
          <a:xfrm flipH="false" flipV="false" rot="0">
            <a:off x="6264762" y="3258977"/>
            <a:ext cx="5758475" cy="4570790"/>
          </a:xfrm>
          <a:custGeom>
            <a:avLst/>
            <a:gdLst/>
            <a:ahLst/>
            <a:cxnLst/>
            <a:rect r="r" b="b" t="t" l="l"/>
            <a:pathLst>
              <a:path h="4570790" w="5758475">
                <a:moveTo>
                  <a:pt x="0" y="0"/>
                </a:moveTo>
                <a:lnTo>
                  <a:pt x="5758476" y="0"/>
                </a:lnTo>
                <a:lnTo>
                  <a:pt x="5758476" y="4570790"/>
                </a:lnTo>
                <a:lnTo>
                  <a:pt x="0" y="4570790"/>
                </a:lnTo>
                <a:lnTo>
                  <a:pt x="0" y="0"/>
                </a:lnTo>
                <a:close/>
              </a:path>
            </a:pathLst>
          </a:custGeom>
          <a:blipFill>
            <a:blip r:embed="rId3"/>
            <a:stretch>
              <a:fillRect l="0" t="0" r="0" b="0"/>
            </a:stretch>
          </a:blipFill>
        </p:spPr>
      </p:sp>
      <p:sp>
        <p:nvSpPr>
          <p:cNvPr name="Freeform 14" id="14"/>
          <p:cNvSpPr/>
          <p:nvPr/>
        </p:nvSpPr>
        <p:spPr>
          <a:xfrm flipH="false" flipV="false" rot="0">
            <a:off x="12403128" y="3219848"/>
            <a:ext cx="5884872" cy="4649049"/>
          </a:xfrm>
          <a:custGeom>
            <a:avLst/>
            <a:gdLst/>
            <a:ahLst/>
            <a:cxnLst/>
            <a:rect r="r" b="b" t="t" l="l"/>
            <a:pathLst>
              <a:path h="4649049" w="5884872">
                <a:moveTo>
                  <a:pt x="0" y="0"/>
                </a:moveTo>
                <a:lnTo>
                  <a:pt x="5884872" y="0"/>
                </a:lnTo>
                <a:lnTo>
                  <a:pt x="5884872" y="4649048"/>
                </a:lnTo>
                <a:lnTo>
                  <a:pt x="0" y="4649048"/>
                </a:lnTo>
                <a:lnTo>
                  <a:pt x="0" y="0"/>
                </a:lnTo>
                <a:close/>
              </a:path>
            </a:pathLst>
          </a:custGeom>
          <a:blipFill>
            <a:blip r:embed="rId4"/>
            <a:stretch>
              <a:fillRect l="0" t="0" r="0" b="0"/>
            </a:stretch>
          </a:blipFill>
        </p:spPr>
      </p:sp>
      <p:sp>
        <p:nvSpPr>
          <p:cNvPr name="Freeform 15" id="15"/>
          <p:cNvSpPr/>
          <p:nvPr/>
        </p:nvSpPr>
        <p:spPr>
          <a:xfrm flipH="false" flipV="false" rot="0">
            <a:off x="0" y="3331486"/>
            <a:ext cx="5649333" cy="4498281"/>
          </a:xfrm>
          <a:custGeom>
            <a:avLst/>
            <a:gdLst/>
            <a:ahLst/>
            <a:cxnLst/>
            <a:rect r="r" b="b" t="t" l="l"/>
            <a:pathLst>
              <a:path h="4498281" w="5649333">
                <a:moveTo>
                  <a:pt x="0" y="0"/>
                </a:moveTo>
                <a:lnTo>
                  <a:pt x="5649333" y="0"/>
                </a:lnTo>
                <a:lnTo>
                  <a:pt x="5649333" y="4498281"/>
                </a:lnTo>
                <a:lnTo>
                  <a:pt x="0" y="4498281"/>
                </a:lnTo>
                <a:lnTo>
                  <a:pt x="0" y="0"/>
                </a:lnTo>
                <a:close/>
              </a:path>
            </a:pathLst>
          </a:custGeom>
          <a:blipFill>
            <a:blip r:embed="rId5"/>
            <a:stretch>
              <a:fillRect l="0" t="0" r="0" b="0"/>
            </a:stretch>
          </a:blipFill>
        </p:spPr>
      </p:sp>
      <p:grpSp>
        <p:nvGrpSpPr>
          <p:cNvPr name="Group 16" id="16"/>
          <p:cNvGrpSpPr/>
          <p:nvPr/>
        </p:nvGrpSpPr>
        <p:grpSpPr>
          <a:xfrm rot="0">
            <a:off x="14441805" y="8489632"/>
            <a:ext cx="835343" cy="474345"/>
            <a:chOff x="0" y="0"/>
            <a:chExt cx="1113790" cy="632460"/>
          </a:xfrm>
        </p:grpSpPr>
        <p:sp>
          <p:nvSpPr>
            <p:cNvPr name="Freeform 17" id="17"/>
            <p:cNvSpPr/>
            <p:nvPr/>
          </p:nvSpPr>
          <p:spPr>
            <a:xfrm flipH="false" flipV="false" rot="0">
              <a:off x="46990" y="38100"/>
              <a:ext cx="1017270" cy="544830"/>
            </a:xfrm>
            <a:custGeom>
              <a:avLst/>
              <a:gdLst/>
              <a:ahLst/>
              <a:cxnLst/>
              <a:rect r="r" b="b" t="t" l="l"/>
              <a:pathLst>
                <a:path h="544830" w="1017270">
                  <a:moveTo>
                    <a:pt x="12700" y="497840"/>
                  </a:moveTo>
                  <a:cubicBezTo>
                    <a:pt x="561340" y="140970"/>
                    <a:pt x="749300" y="38100"/>
                    <a:pt x="857250" y="12700"/>
                  </a:cubicBezTo>
                  <a:cubicBezTo>
                    <a:pt x="915670" y="0"/>
                    <a:pt x="975360" y="2540"/>
                    <a:pt x="999490" y="12700"/>
                  </a:cubicBezTo>
                  <a:cubicBezTo>
                    <a:pt x="1008380" y="17780"/>
                    <a:pt x="1013460" y="24130"/>
                    <a:pt x="1014730" y="30480"/>
                  </a:cubicBezTo>
                  <a:cubicBezTo>
                    <a:pt x="1017270" y="38100"/>
                    <a:pt x="1010920" y="54610"/>
                    <a:pt x="1003300" y="58420"/>
                  </a:cubicBezTo>
                  <a:cubicBezTo>
                    <a:pt x="998220" y="63500"/>
                    <a:pt x="986790" y="63500"/>
                    <a:pt x="980440" y="59690"/>
                  </a:cubicBezTo>
                  <a:cubicBezTo>
                    <a:pt x="974090" y="57150"/>
                    <a:pt x="966470" y="48260"/>
                    <a:pt x="965200" y="40640"/>
                  </a:cubicBezTo>
                  <a:cubicBezTo>
                    <a:pt x="963930" y="34290"/>
                    <a:pt x="967740" y="22860"/>
                    <a:pt x="972820" y="19050"/>
                  </a:cubicBezTo>
                  <a:cubicBezTo>
                    <a:pt x="979170" y="13970"/>
                    <a:pt x="996950" y="11430"/>
                    <a:pt x="1004570" y="15240"/>
                  </a:cubicBezTo>
                  <a:cubicBezTo>
                    <a:pt x="1010920" y="19050"/>
                    <a:pt x="1016000" y="29210"/>
                    <a:pt x="1016000" y="35560"/>
                  </a:cubicBezTo>
                  <a:cubicBezTo>
                    <a:pt x="1016000" y="43180"/>
                    <a:pt x="1013460" y="52070"/>
                    <a:pt x="1005840" y="57150"/>
                  </a:cubicBezTo>
                  <a:cubicBezTo>
                    <a:pt x="988060" y="69850"/>
                    <a:pt x="929640" y="46990"/>
                    <a:pt x="875030" y="59690"/>
                  </a:cubicBezTo>
                  <a:cubicBezTo>
                    <a:pt x="772160" y="83820"/>
                    <a:pt x="588010" y="184150"/>
                    <a:pt x="449580" y="262890"/>
                  </a:cubicBezTo>
                  <a:cubicBezTo>
                    <a:pt x="307340" y="344170"/>
                    <a:pt x="96520" y="535940"/>
                    <a:pt x="35560" y="543560"/>
                  </a:cubicBezTo>
                  <a:cubicBezTo>
                    <a:pt x="20320" y="544830"/>
                    <a:pt x="7620" y="538480"/>
                    <a:pt x="3810" y="530860"/>
                  </a:cubicBezTo>
                  <a:cubicBezTo>
                    <a:pt x="0" y="523240"/>
                    <a:pt x="12700" y="497840"/>
                    <a:pt x="12700" y="497840"/>
                  </a:cubicBezTo>
                </a:path>
              </a:pathLst>
            </a:custGeom>
            <a:solidFill>
              <a:srgbClr val="FDFDFD"/>
            </a:solidFill>
            <a:ln cap="sq">
              <a:noFill/>
              <a:prstDash val="solid"/>
              <a:miter/>
            </a:ln>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TextBox 2" id="2"/>
          <p:cNvSpPr txBox="true"/>
          <p:nvPr/>
        </p:nvSpPr>
        <p:spPr>
          <a:xfrm rot="0">
            <a:off x="1221496" y="131636"/>
            <a:ext cx="11169763" cy="1120775"/>
          </a:xfrm>
          <a:prstGeom prst="rect">
            <a:avLst/>
          </a:prstGeom>
        </p:spPr>
        <p:txBody>
          <a:bodyPr anchor="t" rtlCol="false" tIns="0" lIns="0" bIns="0" rIns="0">
            <a:spAutoFit/>
          </a:bodyPr>
          <a:lstStyle/>
          <a:p>
            <a:pPr algn="l" marL="0" indent="0" lvl="0">
              <a:lnSpc>
                <a:spcPts val="9100"/>
              </a:lnSpc>
              <a:spcBef>
                <a:spcPct val="0"/>
              </a:spcBef>
            </a:pPr>
            <a:r>
              <a:rPr lang="en-US" b="true" sz="6500">
                <a:solidFill>
                  <a:srgbClr val="051D40"/>
                </a:solidFill>
                <a:latin typeface="Montserrat Bold"/>
                <a:ea typeface="Montserrat Bold"/>
                <a:cs typeface="Montserrat Bold"/>
                <a:sym typeface="Montserrat Bold"/>
              </a:rPr>
              <a:t>Additional Features</a:t>
            </a:r>
          </a:p>
        </p:txBody>
      </p:sp>
      <p:grpSp>
        <p:nvGrpSpPr>
          <p:cNvPr name="Group 3" id="3"/>
          <p:cNvGrpSpPr/>
          <p:nvPr/>
        </p:nvGrpSpPr>
        <p:grpSpPr>
          <a:xfrm rot="0">
            <a:off x="-1595820" y="-1782102"/>
            <a:ext cx="3564204" cy="356420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051D40">
                  <a:alpha val="15686"/>
                </a:srgbClr>
              </a:soli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4700679" y="7074186"/>
            <a:ext cx="5946973" cy="594697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028700" y="7555372"/>
            <a:ext cx="16230600" cy="1012594"/>
          </a:xfrm>
          <a:custGeom>
            <a:avLst/>
            <a:gdLst/>
            <a:ahLst/>
            <a:cxnLst/>
            <a:rect r="r" b="b" t="t" l="l"/>
            <a:pathLst>
              <a:path h="1012594" w="16230600">
                <a:moveTo>
                  <a:pt x="0" y="0"/>
                </a:moveTo>
                <a:lnTo>
                  <a:pt x="16230600" y="0"/>
                </a:lnTo>
                <a:lnTo>
                  <a:pt x="16230600" y="1012593"/>
                </a:lnTo>
                <a:lnTo>
                  <a:pt x="0" y="1012593"/>
                </a:lnTo>
                <a:lnTo>
                  <a:pt x="0" y="0"/>
                </a:lnTo>
                <a:close/>
              </a:path>
            </a:pathLst>
          </a:custGeom>
          <a:blipFill>
            <a:blip r:embed="rId2"/>
            <a:stretch>
              <a:fillRect l="0" t="-216567" r="0" b="0"/>
            </a:stretch>
          </a:blipFill>
        </p:spPr>
      </p:sp>
      <p:sp>
        <p:nvSpPr>
          <p:cNvPr name="Freeform 10" id="10"/>
          <p:cNvSpPr/>
          <p:nvPr/>
        </p:nvSpPr>
        <p:spPr>
          <a:xfrm flipH="false" flipV="false" rot="0">
            <a:off x="388477" y="2117817"/>
            <a:ext cx="7576045" cy="6051366"/>
          </a:xfrm>
          <a:custGeom>
            <a:avLst/>
            <a:gdLst/>
            <a:ahLst/>
            <a:cxnLst/>
            <a:rect r="r" b="b" t="t" l="l"/>
            <a:pathLst>
              <a:path h="6051366" w="7576045">
                <a:moveTo>
                  <a:pt x="0" y="0"/>
                </a:moveTo>
                <a:lnTo>
                  <a:pt x="7576045" y="0"/>
                </a:lnTo>
                <a:lnTo>
                  <a:pt x="7576045" y="6051366"/>
                </a:lnTo>
                <a:lnTo>
                  <a:pt x="0" y="6051366"/>
                </a:lnTo>
                <a:lnTo>
                  <a:pt x="0" y="0"/>
                </a:lnTo>
                <a:close/>
              </a:path>
            </a:pathLst>
          </a:custGeom>
          <a:blipFill>
            <a:blip r:embed="rId3"/>
            <a:stretch>
              <a:fillRect l="0" t="0" r="0" b="0"/>
            </a:stretch>
          </a:blipFill>
        </p:spPr>
      </p:sp>
      <p:sp>
        <p:nvSpPr>
          <p:cNvPr name="Freeform 11" id="11"/>
          <p:cNvSpPr/>
          <p:nvPr/>
        </p:nvSpPr>
        <p:spPr>
          <a:xfrm flipH="false" flipV="false" rot="0">
            <a:off x="10116686" y="2117817"/>
            <a:ext cx="7557479" cy="6055430"/>
          </a:xfrm>
          <a:custGeom>
            <a:avLst/>
            <a:gdLst/>
            <a:ahLst/>
            <a:cxnLst/>
            <a:rect r="r" b="b" t="t" l="l"/>
            <a:pathLst>
              <a:path h="6055430" w="7557479">
                <a:moveTo>
                  <a:pt x="0" y="0"/>
                </a:moveTo>
                <a:lnTo>
                  <a:pt x="7557479" y="0"/>
                </a:lnTo>
                <a:lnTo>
                  <a:pt x="7557479" y="6055430"/>
                </a:lnTo>
                <a:lnTo>
                  <a:pt x="0" y="6055430"/>
                </a:lnTo>
                <a:lnTo>
                  <a:pt x="0" y="0"/>
                </a:lnTo>
                <a:close/>
              </a:path>
            </a:pathLst>
          </a:custGeom>
          <a:blipFill>
            <a:blip r:embed="rId4"/>
            <a:stretch>
              <a:fillRect l="0" t="0" r="0" b="0"/>
            </a:stretch>
          </a:blipFill>
        </p:spPr>
      </p:sp>
      <p:sp>
        <p:nvSpPr>
          <p:cNvPr name="TextBox 12" id="12"/>
          <p:cNvSpPr txBox="true"/>
          <p:nvPr/>
        </p:nvSpPr>
        <p:spPr>
          <a:xfrm rot="0">
            <a:off x="388477" y="8733529"/>
            <a:ext cx="7576045" cy="1153795"/>
          </a:xfrm>
          <a:prstGeom prst="rect">
            <a:avLst/>
          </a:prstGeom>
        </p:spPr>
        <p:txBody>
          <a:bodyPr anchor="t" rtlCol="false" tIns="0" lIns="0" bIns="0" rIns="0">
            <a:spAutoFit/>
          </a:bodyPr>
          <a:lstStyle/>
          <a:p>
            <a:pPr algn="l">
              <a:lnSpc>
                <a:spcPts val="3079"/>
              </a:lnSpc>
              <a:spcBef>
                <a:spcPct val="0"/>
              </a:spcBef>
            </a:pPr>
            <a:r>
              <a:rPr lang="en-US" sz="2199">
                <a:solidFill>
                  <a:srgbClr val="051D40"/>
                </a:solidFill>
                <a:latin typeface="Montserrat"/>
                <a:ea typeface="Montserrat"/>
                <a:cs typeface="Montserrat"/>
                <a:sym typeface="Montserrat"/>
              </a:rPr>
              <a:t>System aut</a:t>
            </a:r>
            <a:r>
              <a:rPr lang="en-US" sz="2199">
                <a:solidFill>
                  <a:srgbClr val="051D40"/>
                </a:solidFill>
                <a:latin typeface="Montserrat"/>
                <a:ea typeface="Montserrat"/>
                <a:cs typeface="Montserrat"/>
                <a:sym typeface="Montserrat"/>
              </a:rPr>
              <a:t>omatically identifies and tracks only the closest person to the camera for accurate drowsiness detection.</a:t>
            </a:r>
          </a:p>
        </p:txBody>
      </p:sp>
      <p:sp>
        <p:nvSpPr>
          <p:cNvPr name="TextBox 13" id="13"/>
          <p:cNvSpPr txBox="true"/>
          <p:nvPr/>
        </p:nvSpPr>
        <p:spPr>
          <a:xfrm rot="0">
            <a:off x="10098120" y="8529865"/>
            <a:ext cx="7576045" cy="1153795"/>
          </a:xfrm>
          <a:prstGeom prst="rect">
            <a:avLst/>
          </a:prstGeom>
        </p:spPr>
        <p:txBody>
          <a:bodyPr anchor="t" rtlCol="false" tIns="0" lIns="0" bIns="0" rIns="0">
            <a:spAutoFit/>
          </a:bodyPr>
          <a:lstStyle/>
          <a:p>
            <a:pPr algn="l">
              <a:lnSpc>
                <a:spcPts val="3079"/>
              </a:lnSpc>
              <a:spcBef>
                <a:spcPct val="0"/>
              </a:spcBef>
            </a:pPr>
            <a:r>
              <a:rPr lang="en-US" sz="2199">
                <a:solidFill>
                  <a:srgbClr val="051D40"/>
                </a:solidFill>
                <a:latin typeface="Montserrat"/>
                <a:ea typeface="Montserrat"/>
                <a:cs typeface="Montserrat"/>
                <a:sym typeface="Montserrat"/>
              </a:rPr>
              <a:t>Talk</a:t>
            </a:r>
            <a:r>
              <a:rPr lang="en-US" sz="2199">
                <a:solidFill>
                  <a:srgbClr val="051D40"/>
                </a:solidFill>
                <a:latin typeface="Montserrat"/>
                <a:ea typeface="Montserrat"/>
                <a:cs typeface="Montserrat"/>
                <a:sym typeface="Montserrat"/>
              </a:rPr>
              <a:t>ing detection feature prevents false yawning alerts by recognizing mouth movement patterns during speech.</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TextBox 2" id="2"/>
          <p:cNvSpPr txBox="true"/>
          <p:nvPr/>
        </p:nvSpPr>
        <p:spPr>
          <a:xfrm rot="0">
            <a:off x="1221496" y="131636"/>
            <a:ext cx="11169763" cy="1120775"/>
          </a:xfrm>
          <a:prstGeom prst="rect">
            <a:avLst/>
          </a:prstGeom>
        </p:spPr>
        <p:txBody>
          <a:bodyPr anchor="t" rtlCol="false" tIns="0" lIns="0" bIns="0" rIns="0">
            <a:spAutoFit/>
          </a:bodyPr>
          <a:lstStyle/>
          <a:p>
            <a:pPr algn="l" marL="0" indent="0" lvl="0">
              <a:lnSpc>
                <a:spcPts val="9100"/>
              </a:lnSpc>
              <a:spcBef>
                <a:spcPct val="0"/>
              </a:spcBef>
            </a:pPr>
            <a:r>
              <a:rPr lang="en-US" b="true" sz="6500">
                <a:solidFill>
                  <a:srgbClr val="051D40"/>
                </a:solidFill>
                <a:latin typeface="Montserrat Bold"/>
                <a:ea typeface="Montserrat Bold"/>
                <a:cs typeface="Montserrat Bold"/>
                <a:sym typeface="Montserrat Bold"/>
              </a:rPr>
              <a:t>Cod</a:t>
            </a:r>
            <a:r>
              <a:rPr lang="en-US" b="true" sz="6500" strike="noStrike" u="none">
                <a:solidFill>
                  <a:srgbClr val="051D40"/>
                </a:solidFill>
                <a:latin typeface="Montserrat Bold"/>
                <a:ea typeface="Montserrat Bold"/>
                <a:cs typeface="Montserrat Bold"/>
                <a:sym typeface="Montserrat Bold"/>
              </a:rPr>
              <a:t>e Snippets</a:t>
            </a:r>
          </a:p>
        </p:txBody>
      </p:sp>
      <p:grpSp>
        <p:nvGrpSpPr>
          <p:cNvPr name="Group 3" id="3"/>
          <p:cNvGrpSpPr/>
          <p:nvPr/>
        </p:nvGrpSpPr>
        <p:grpSpPr>
          <a:xfrm rot="0">
            <a:off x="-1595820" y="-1782102"/>
            <a:ext cx="3564204" cy="356420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051D40">
                  <a:alpha val="15686"/>
                </a:srgbClr>
              </a:soli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4700679" y="7074186"/>
            <a:ext cx="5946973" cy="594697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0" y="2091156"/>
            <a:ext cx="10090536" cy="3428195"/>
          </a:xfrm>
          <a:custGeom>
            <a:avLst/>
            <a:gdLst/>
            <a:ahLst/>
            <a:cxnLst/>
            <a:rect r="r" b="b" t="t" l="l"/>
            <a:pathLst>
              <a:path h="3428195" w="10090536">
                <a:moveTo>
                  <a:pt x="0" y="0"/>
                </a:moveTo>
                <a:lnTo>
                  <a:pt x="10090536" y="0"/>
                </a:lnTo>
                <a:lnTo>
                  <a:pt x="10090536" y="3428195"/>
                </a:lnTo>
                <a:lnTo>
                  <a:pt x="0" y="3428195"/>
                </a:lnTo>
                <a:lnTo>
                  <a:pt x="0" y="0"/>
                </a:lnTo>
                <a:close/>
              </a:path>
            </a:pathLst>
          </a:custGeom>
          <a:blipFill>
            <a:blip r:embed="rId2"/>
            <a:stretch>
              <a:fillRect l="0" t="0" r="0" b="0"/>
            </a:stretch>
          </a:blipFill>
        </p:spPr>
      </p:sp>
      <p:sp>
        <p:nvSpPr>
          <p:cNvPr name="Freeform 10" id="10"/>
          <p:cNvSpPr/>
          <p:nvPr/>
        </p:nvSpPr>
        <p:spPr>
          <a:xfrm flipH="false" flipV="false" rot="0">
            <a:off x="6039527" y="6831358"/>
            <a:ext cx="12248473" cy="2576951"/>
          </a:xfrm>
          <a:custGeom>
            <a:avLst/>
            <a:gdLst/>
            <a:ahLst/>
            <a:cxnLst/>
            <a:rect r="r" b="b" t="t" l="l"/>
            <a:pathLst>
              <a:path h="2576951" w="12248473">
                <a:moveTo>
                  <a:pt x="0" y="0"/>
                </a:moveTo>
                <a:lnTo>
                  <a:pt x="12248473" y="0"/>
                </a:lnTo>
                <a:lnTo>
                  <a:pt x="12248473" y="2576951"/>
                </a:lnTo>
                <a:lnTo>
                  <a:pt x="0" y="2576951"/>
                </a:lnTo>
                <a:lnTo>
                  <a:pt x="0" y="0"/>
                </a:lnTo>
                <a:close/>
              </a:path>
            </a:pathLst>
          </a:custGeom>
          <a:blipFill>
            <a:blip r:embed="rId3"/>
            <a:stretch>
              <a:fillRect l="0" t="0" r="0" b="0"/>
            </a:stretch>
          </a:blipFill>
        </p:spPr>
      </p:sp>
      <p:sp>
        <p:nvSpPr>
          <p:cNvPr name="TextBox 11" id="11"/>
          <p:cNvSpPr txBox="true"/>
          <p:nvPr/>
        </p:nvSpPr>
        <p:spPr>
          <a:xfrm rot="0">
            <a:off x="10427090" y="2319908"/>
            <a:ext cx="7860910" cy="2157452"/>
          </a:xfrm>
          <a:prstGeom prst="rect">
            <a:avLst/>
          </a:prstGeom>
        </p:spPr>
        <p:txBody>
          <a:bodyPr anchor="t" rtlCol="false" tIns="0" lIns="0" bIns="0" rIns="0">
            <a:spAutoFit/>
          </a:bodyPr>
          <a:lstStyle/>
          <a:p>
            <a:pPr algn="l">
              <a:lnSpc>
                <a:spcPts val="2885"/>
              </a:lnSpc>
              <a:spcBef>
                <a:spcPct val="0"/>
              </a:spcBef>
            </a:pPr>
            <a:r>
              <a:rPr lang="en-US" b="true" sz="2060">
                <a:solidFill>
                  <a:srgbClr val="051D40"/>
                </a:solidFill>
                <a:latin typeface="Montserrat Bold"/>
                <a:ea typeface="Montserrat Bold"/>
                <a:cs typeface="Montserrat Bold"/>
                <a:sym typeface="Montserrat Bold"/>
              </a:rPr>
              <a:t>Eye Aspect Ratio (EAR):</a:t>
            </a:r>
          </a:p>
          <a:p>
            <a:pPr algn="l">
              <a:lnSpc>
                <a:spcPts val="2885"/>
              </a:lnSpc>
              <a:spcBef>
                <a:spcPct val="0"/>
              </a:spcBef>
            </a:pPr>
            <a:r>
              <a:rPr lang="en-US" sz="2060">
                <a:solidFill>
                  <a:srgbClr val="051D40"/>
                </a:solidFill>
                <a:latin typeface="Montserrat"/>
                <a:ea typeface="Montserrat"/>
                <a:cs typeface="Montserrat"/>
                <a:sym typeface="Montserrat"/>
              </a:rPr>
              <a:t>This function calculates the ratio between vertical and horizontal distances of eye landmarks to measure eye openness.</a:t>
            </a:r>
          </a:p>
          <a:p>
            <a:pPr algn="l">
              <a:lnSpc>
                <a:spcPts val="2885"/>
              </a:lnSpc>
              <a:spcBef>
                <a:spcPct val="0"/>
              </a:spcBef>
            </a:pPr>
            <a:r>
              <a:rPr lang="en-US" sz="2060">
                <a:solidFill>
                  <a:srgbClr val="051D40"/>
                </a:solidFill>
                <a:latin typeface="Montserrat"/>
                <a:ea typeface="Montserrat"/>
                <a:cs typeface="Montserrat"/>
                <a:sym typeface="Montserrat"/>
              </a:rPr>
              <a:t>A low EAR value indicates the eyes are closing or blinking, helping detect drowsiness.</a:t>
            </a:r>
          </a:p>
        </p:txBody>
      </p:sp>
      <p:sp>
        <p:nvSpPr>
          <p:cNvPr name="TextBox 12" id="12"/>
          <p:cNvSpPr txBox="true"/>
          <p:nvPr/>
        </p:nvSpPr>
        <p:spPr>
          <a:xfrm rot="0">
            <a:off x="0" y="7047573"/>
            <a:ext cx="5866323" cy="1990090"/>
          </a:xfrm>
          <a:prstGeom prst="rect">
            <a:avLst/>
          </a:prstGeom>
        </p:spPr>
        <p:txBody>
          <a:bodyPr anchor="t" rtlCol="false" tIns="0" lIns="0" bIns="0" rIns="0">
            <a:spAutoFit/>
          </a:bodyPr>
          <a:lstStyle/>
          <a:p>
            <a:pPr algn="l">
              <a:lnSpc>
                <a:spcPts val="2659"/>
              </a:lnSpc>
              <a:spcBef>
                <a:spcPct val="0"/>
              </a:spcBef>
            </a:pPr>
            <a:r>
              <a:rPr lang="en-US" b="true" sz="1899">
                <a:solidFill>
                  <a:srgbClr val="051D40"/>
                </a:solidFill>
                <a:latin typeface="Montserrat Bold"/>
                <a:ea typeface="Montserrat Bold"/>
                <a:cs typeface="Montserrat Bold"/>
                <a:sym typeface="Montserrat Bold"/>
              </a:rPr>
              <a:t>Mouth Aspect Ratio (MAR):</a:t>
            </a:r>
          </a:p>
          <a:p>
            <a:pPr algn="l">
              <a:lnSpc>
                <a:spcPts val="2659"/>
              </a:lnSpc>
              <a:spcBef>
                <a:spcPct val="0"/>
              </a:spcBef>
            </a:pPr>
            <a:r>
              <a:rPr lang="en-US" sz="1899">
                <a:solidFill>
                  <a:srgbClr val="051D40"/>
                </a:solidFill>
                <a:latin typeface="Montserrat"/>
                <a:ea typeface="Montserrat"/>
                <a:cs typeface="Montserrat"/>
                <a:sym typeface="Montserrat"/>
              </a:rPr>
              <a:t>This function computes the ratio between vertical and horizontal distances of mouth landmarks.</a:t>
            </a:r>
          </a:p>
          <a:p>
            <a:pPr algn="l">
              <a:lnSpc>
                <a:spcPts val="2659"/>
              </a:lnSpc>
              <a:spcBef>
                <a:spcPct val="0"/>
              </a:spcBef>
            </a:pPr>
            <a:r>
              <a:rPr lang="en-US" sz="1899">
                <a:solidFill>
                  <a:srgbClr val="051D40"/>
                </a:solidFill>
                <a:latin typeface="Montserrat"/>
                <a:ea typeface="Montserrat"/>
                <a:cs typeface="Montserrat"/>
                <a:sym typeface="Montserrat"/>
              </a:rPr>
              <a:t>A high MAR value indicates the mouth is widely open — used for yawn detection.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TextBox 2" id="2"/>
          <p:cNvSpPr txBox="true"/>
          <p:nvPr/>
        </p:nvSpPr>
        <p:spPr>
          <a:xfrm rot="0">
            <a:off x="1221496" y="131636"/>
            <a:ext cx="11169763" cy="1120775"/>
          </a:xfrm>
          <a:prstGeom prst="rect">
            <a:avLst/>
          </a:prstGeom>
        </p:spPr>
        <p:txBody>
          <a:bodyPr anchor="t" rtlCol="false" tIns="0" lIns="0" bIns="0" rIns="0">
            <a:spAutoFit/>
          </a:bodyPr>
          <a:lstStyle/>
          <a:p>
            <a:pPr algn="l" marL="0" indent="0" lvl="0">
              <a:lnSpc>
                <a:spcPts val="9100"/>
              </a:lnSpc>
              <a:spcBef>
                <a:spcPct val="0"/>
              </a:spcBef>
            </a:pPr>
            <a:r>
              <a:rPr lang="en-US" b="true" sz="6500">
                <a:solidFill>
                  <a:srgbClr val="051D40"/>
                </a:solidFill>
                <a:latin typeface="Montserrat Bold"/>
                <a:ea typeface="Montserrat Bold"/>
                <a:cs typeface="Montserrat Bold"/>
                <a:sym typeface="Montserrat Bold"/>
              </a:rPr>
              <a:t>Cod</a:t>
            </a:r>
            <a:r>
              <a:rPr lang="en-US" b="true" sz="6500" strike="noStrike" u="none">
                <a:solidFill>
                  <a:srgbClr val="051D40"/>
                </a:solidFill>
                <a:latin typeface="Montserrat Bold"/>
                <a:ea typeface="Montserrat Bold"/>
                <a:cs typeface="Montserrat Bold"/>
                <a:sym typeface="Montserrat Bold"/>
              </a:rPr>
              <a:t>e Snippets</a:t>
            </a:r>
          </a:p>
        </p:txBody>
      </p:sp>
      <p:grpSp>
        <p:nvGrpSpPr>
          <p:cNvPr name="Group 3" id="3"/>
          <p:cNvGrpSpPr/>
          <p:nvPr/>
        </p:nvGrpSpPr>
        <p:grpSpPr>
          <a:xfrm rot="0">
            <a:off x="-1595820" y="-1782102"/>
            <a:ext cx="3564204" cy="356420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051D40">
                  <a:alpha val="15686"/>
                </a:srgbClr>
              </a:soli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4700679" y="7074186"/>
            <a:ext cx="5946973" cy="594697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86282" y="1782102"/>
            <a:ext cx="10965936" cy="4728864"/>
          </a:xfrm>
          <a:custGeom>
            <a:avLst/>
            <a:gdLst/>
            <a:ahLst/>
            <a:cxnLst/>
            <a:rect r="r" b="b" t="t" l="l"/>
            <a:pathLst>
              <a:path h="4728864" w="10965936">
                <a:moveTo>
                  <a:pt x="0" y="0"/>
                </a:moveTo>
                <a:lnTo>
                  <a:pt x="10965936" y="0"/>
                </a:lnTo>
                <a:lnTo>
                  <a:pt x="10965936" y="4728863"/>
                </a:lnTo>
                <a:lnTo>
                  <a:pt x="0" y="4728863"/>
                </a:lnTo>
                <a:lnTo>
                  <a:pt x="0" y="0"/>
                </a:lnTo>
                <a:close/>
              </a:path>
            </a:pathLst>
          </a:custGeom>
          <a:blipFill>
            <a:blip r:embed="rId2"/>
            <a:stretch>
              <a:fillRect l="0" t="0" r="0" b="0"/>
            </a:stretch>
          </a:blipFill>
        </p:spPr>
      </p:sp>
      <p:sp>
        <p:nvSpPr>
          <p:cNvPr name="TextBox 10" id="10"/>
          <p:cNvSpPr txBox="true"/>
          <p:nvPr/>
        </p:nvSpPr>
        <p:spPr>
          <a:xfrm rot="0">
            <a:off x="1968384" y="7749035"/>
            <a:ext cx="6365837" cy="2083533"/>
          </a:xfrm>
          <a:prstGeom prst="rect">
            <a:avLst/>
          </a:prstGeom>
        </p:spPr>
        <p:txBody>
          <a:bodyPr anchor="t" rtlCol="false" tIns="0" lIns="0" bIns="0" rIns="0">
            <a:spAutoFit/>
          </a:bodyPr>
          <a:lstStyle/>
          <a:p>
            <a:pPr algn="l">
              <a:lnSpc>
                <a:spcPts val="3361"/>
              </a:lnSpc>
              <a:spcBef>
                <a:spcPct val="0"/>
              </a:spcBef>
            </a:pPr>
            <a:r>
              <a:rPr lang="en-US" sz="2401">
                <a:solidFill>
                  <a:srgbClr val="051D40"/>
                </a:solidFill>
                <a:latin typeface="Montserrat"/>
                <a:ea typeface="Montserrat"/>
                <a:cs typeface="Montserrat"/>
                <a:sym typeface="Montserrat"/>
              </a:rPr>
              <a:t>This block assigns specific Arduino pins to each LED and the buzzer, so the system can visually and audibly represent Normal, Warning, and Critical drowsiness states.</a:t>
            </a:r>
          </a:p>
        </p:txBody>
      </p:sp>
      <p:sp>
        <p:nvSpPr>
          <p:cNvPr name="Freeform 11" id="11"/>
          <p:cNvSpPr/>
          <p:nvPr/>
        </p:nvSpPr>
        <p:spPr>
          <a:xfrm flipH="false" flipV="false" rot="0">
            <a:off x="9472240" y="7074186"/>
            <a:ext cx="8815760" cy="2973487"/>
          </a:xfrm>
          <a:custGeom>
            <a:avLst/>
            <a:gdLst/>
            <a:ahLst/>
            <a:cxnLst/>
            <a:rect r="r" b="b" t="t" l="l"/>
            <a:pathLst>
              <a:path h="2973487" w="8815760">
                <a:moveTo>
                  <a:pt x="0" y="0"/>
                </a:moveTo>
                <a:lnTo>
                  <a:pt x="8815760" y="0"/>
                </a:lnTo>
                <a:lnTo>
                  <a:pt x="8815760" y="2973487"/>
                </a:lnTo>
                <a:lnTo>
                  <a:pt x="0" y="2973487"/>
                </a:lnTo>
                <a:lnTo>
                  <a:pt x="0" y="0"/>
                </a:lnTo>
                <a:close/>
              </a:path>
            </a:pathLst>
          </a:custGeom>
          <a:blipFill>
            <a:blip r:embed="rId3"/>
            <a:stretch>
              <a:fillRect l="0" t="0" r="0" b="0"/>
            </a:stretch>
          </a:blipFill>
        </p:spPr>
      </p:sp>
      <p:sp>
        <p:nvSpPr>
          <p:cNvPr name="TextBox 12" id="12"/>
          <p:cNvSpPr txBox="true"/>
          <p:nvPr/>
        </p:nvSpPr>
        <p:spPr>
          <a:xfrm rot="0">
            <a:off x="11332640" y="2529126"/>
            <a:ext cx="6736079" cy="2354058"/>
          </a:xfrm>
          <a:prstGeom prst="rect">
            <a:avLst/>
          </a:prstGeom>
        </p:spPr>
        <p:txBody>
          <a:bodyPr anchor="t" rtlCol="false" tIns="0" lIns="0" bIns="0" rIns="0">
            <a:spAutoFit/>
          </a:bodyPr>
          <a:lstStyle/>
          <a:p>
            <a:pPr algn="l">
              <a:lnSpc>
                <a:spcPts val="3142"/>
              </a:lnSpc>
              <a:spcBef>
                <a:spcPct val="0"/>
              </a:spcBef>
            </a:pPr>
            <a:r>
              <a:rPr lang="en-US" sz="2244">
                <a:solidFill>
                  <a:srgbClr val="051D40"/>
                </a:solidFill>
                <a:latin typeface="Montserrat"/>
                <a:ea typeface="Montserrat"/>
                <a:cs typeface="Montserrat"/>
                <a:sym typeface="Montserrat"/>
              </a:rPr>
              <a:t>This function measures how wide the mouth opens by comparing upper and lower lip positions.</a:t>
            </a:r>
          </a:p>
          <a:p>
            <a:pPr algn="l">
              <a:lnSpc>
                <a:spcPts val="3142"/>
              </a:lnSpc>
              <a:spcBef>
                <a:spcPct val="0"/>
              </a:spcBef>
            </a:pPr>
            <a:r>
              <a:rPr lang="en-US" sz="2244">
                <a:solidFill>
                  <a:srgbClr val="051D40"/>
                </a:solidFill>
                <a:latin typeface="Montserrat"/>
                <a:ea typeface="Montserrat"/>
                <a:cs typeface="Montserrat"/>
                <a:sym typeface="Montserrat"/>
              </a:rPr>
              <a:t>It normalizes the value by interpupil distance so yawns are detected reliably at any face size or camera distance.</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FDFDFD"/>
        </a:solidFill>
      </p:bgPr>
    </p:bg>
    <p:spTree>
      <p:nvGrpSpPr>
        <p:cNvPr id="1" name=""/>
        <p:cNvGrpSpPr/>
        <p:nvPr/>
      </p:nvGrpSpPr>
      <p:grpSpPr>
        <a:xfrm>
          <a:off x="0" y="0"/>
          <a:ext cx="0" cy="0"/>
          <a:chOff x="0" y="0"/>
          <a:chExt cx="0" cy="0"/>
        </a:xfrm>
      </p:grpSpPr>
      <p:sp>
        <p:nvSpPr>
          <p:cNvPr name="TextBox 2" id="2"/>
          <p:cNvSpPr txBox="true"/>
          <p:nvPr/>
        </p:nvSpPr>
        <p:spPr>
          <a:xfrm rot="0">
            <a:off x="370071" y="282248"/>
            <a:ext cx="14074413" cy="1120775"/>
          </a:xfrm>
          <a:prstGeom prst="rect">
            <a:avLst/>
          </a:prstGeom>
        </p:spPr>
        <p:txBody>
          <a:bodyPr anchor="t" rtlCol="false" tIns="0" lIns="0" bIns="0" rIns="0">
            <a:spAutoFit/>
          </a:bodyPr>
          <a:lstStyle/>
          <a:p>
            <a:pPr algn="l" marL="0" indent="0" lvl="0">
              <a:lnSpc>
                <a:spcPts val="9100"/>
              </a:lnSpc>
              <a:spcBef>
                <a:spcPct val="0"/>
              </a:spcBef>
            </a:pPr>
            <a:r>
              <a:rPr lang="en-US" b="true" sz="6500">
                <a:solidFill>
                  <a:srgbClr val="051D40"/>
                </a:solidFill>
                <a:latin typeface="Montserrat Bold"/>
                <a:ea typeface="Montserrat Bold"/>
                <a:cs typeface="Montserrat Bold"/>
                <a:sym typeface="Montserrat Bold"/>
              </a:rPr>
              <a:t>L</a:t>
            </a:r>
            <a:r>
              <a:rPr lang="en-US" b="true" sz="6500" strike="noStrike" u="none">
                <a:solidFill>
                  <a:srgbClr val="051D40"/>
                </a:solidFill>
                <a:latin typeface="Montserrat Bold"/>
                <a:ea typeface="Montserrat Bold"/>
                <a:cs typeface="Montserrat Bold"/>
                <a:sym typeface="Montserrat Bold"/>
              </a:rPr>
              <a:t>imitations and Future Scope</a:t>
            </a:r>
          </a:p>
        </p:txBody>
      </p:sp>
      <p:grpSp>
        <p:nvGrpSpPr>
          <p:cNvPr name="Group 3" id="3"/>
          <p:cNvGrpSpPr/>
          <p:nvPr/>
        </p:nvGrpSpPr>
        <p:grpSpPr>
          <a:xfrm rot="0">
            <a:off x="-1595820" y="-1782102"/>
            <a:ext cx="3564204" cy="356420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051D40">
                  <a:alpha val="15686"/>
                </a:srgbClr>
              </a:soli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4700679" y="7074186"/>
            <a:ext cx="5946973" cy="594697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221496" y="2881012"/>
            <a:ext cx="17066504" cy="4705498"/>
          </a:xfrm>
          <a:prstGeom prst="rect">
            <a:avLst/>
          </a:prstGeom>
        </p:spPr>
        <p:txBody>
          <a:bodyPr anchor="t" rtlCol="false" tIns="0" lIns="0" bIns="0" rIns="0">
            <a:spAutoFit/>
          </a:bodyPr>
          <a:lstStyle/>
          <a:p>
            <a:pPr algn="l" marL="727403" indent="-363701" lvl="1">
              <a:lnSpc>
                <a:spcPts val="4716"/>
              </a:lnSpc>
              <a:buFont typeface="Arial"/>
              <a:buChar char="•"/>
            </a:pPr>
            <a:r>
              <a:rPr lang="en-US" sz="3369">
                <a:solidFill>
                  <a:srgbClr val="051D40"/>
                </a:solidFill>
                <a:latin typeface="Montserrat"/>
                <a:ea typeface="Montserrat"/>
                <a:cs typeface="Montserrat"/>
                <a:sym typeface="Montserrat"/>
              </a:rPr>
              <a:t>Sunglasses or masks obstruct face/eyes.</a:t>
            </a:r>
          </a:p>
          <a:p>
            <a:pPr algn="l" marL="727403" indent="-363701" lvl="1">
              <a:lnSpc>
                <a:spcPts val="4716"/>
              </a:lnSpc>
              <a:buFont typeface="Arial"/>
              <a:buChar char="•"/>
            </a:pPr>
            <a:r>
              <a:rPr lang="en-US" sz="3369">
                <a:solidFill>
                  <a:srgbClr val="051D40"/>
                </a:solidFill>
                <a:latin typeface="Montserrat"/>
                <a:ea typeface="Montserrat"/>
                <a:cs typeface="Montserrat"/>
                <a:sym typeface="Montserrat"/>
              </a:rPr>
              <a:t>Poor lighting or camera angle affects accuracy</a:t>
            </a:r>
          </a:p>
          <a:p>
            <a:pPr algn="l" marL="727403" indent="-363701" lvl="1">
              <a:lnSpc>
                <a:spcPts val="4716"/>
              </a:lnSpc>
              <a:buFont typeface="Arial"/>
              <a:buChar char="•"/>
            </a:pPr>
            <a:r>
              <a:rPr lang="en-US" sz="3369">
                <a:solidFill>
                  <a:srgbClr val="051D40"/>
                </a:solidFill>
                <a:latin typeface="Montserrat"/>
                <a:ea typeface="Montserrat"/>
                <a:cs typeface="Montserrat"/>
                <a:sym typeface="Montserrat"/>
              </a:rPr>
              <a:t>Limited to single person (closest face).</a:t>
            </a:r>
          </a:p>
          <a:p>
            <a:pPr algn="l" marL="727403" indent="-363701" lvl="1">
              <a:lnSpc>
                <a:spcPts val="4716"/>
              </a:lnSpc>
              <a:buFont typeface="Arial"/>
              <a:buChar char="•"/>
            </a:pPr>
            <a:r>
              <a:rPr lang="en-US" sz="3369">
                <a:solidFill>
                  <a:srgbClr val="051D40"/>
                </a:solidFill>
                <a:latin typeface="Montserrat"/>
                <a:ea typeface="Montserrat"/>
                <a:cs typeface="Montserrat"/>
                <a:sym typeface="Montserrat"/>
              </a:rPr>
              <a:t>Not suitable for night driving without IR came</a:t>
            </a:r>
          </a:p>
          <a:p>
            <a:pPr algn="l" marL="727403" indent="-363701" lvl="1">
              <a:lnSpc>
                <a:spcPts val="4716"/>
              </a:lnSpc>
              <a:buFont typeface="Arial"/>
              <a:buChar char="•"/>
            </a:pPr>
            <a:r>
              <a:rPr lang="en-US" sz="3369">
                <a:solidFill>
                  <a:srgbClr val="051D40"/>
                </a:solidFill>
                <a:latin typeface="Montserrat"/>
                <a:ea typeface="Montserrat"/>
                <a:cs typeface="Montserrat"/>
                <a:sym typeface="Montserrat"/>
              </a:rPr>
              <a:t>Mobile app or cloud-based alert logging</a:t>
            </a:r>
          </a:p>
          <a:p>
            <a:pPr algn="l" marL="727403" indent="-363701" lvl="1">
              <a:lnSpc>
                <a:spcPts val="4716"/>
              </a:lnSpc>
              <a:buFont typeface="Arial"/>
              <a:buChar char="•"/>
            </a:pPr>
            <a:r>
              <a:rPr lang="en-US" sz="3369">
                <a:solidFill>
                  <a:srgbClr val="051D40"/>
                </a:solidFill>
                <a:latin typeface="Montserrat"/>
                <a:ea typeface="Montserrat"/>
                <a:cs typeface="Montserrat"/>
                <a:sym typeface="Montserrat"/>
              </a:rPr>
              <a:t>Adaptive Illumination System: Automatic brightness and in varying lighting conditions — e.g., when a vehicle enters a tunnel — ensuring reliable detection even in low light.</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TextBox 2" id="2"/>
          <p:cNvSpPr txBox="true"/>
          <p:nvPr/>
        </p:nvSpPr>
        <p:spPr>
          <a:xfrm rot="0">
            <a:off x="4824198" y="3808964"/>
            <a:ext cx="9751849" cy="1970148"/>
          </a:xfrm>
          <a:prstGeom prst="rect">
            <a:avLst/>
          </a:prstGeom>
        </p:spPr>
        <p:txBody>
          <a:bodyPr anchor="t" rtlCol="false" tIns="0" lIns="0" bIns="0" rIns="0">
            <a:spAutoFit/>
          </a:bodyPr>
          <a:lstStyle/>
          <a:p>
            <a:pPr algn="l" marL="0" indent="0" lvl="0">
              <a:lnSpc>
                <a:spcPts val="16044"/>
              </a:lnSpc>
              <a:spcBef>
                <a:spcPct val="0"/>
              </a:spcBef>
            </a:pPr>
            <a:r>
              <a:rPr lang="en-US" b="true" sz="11460">
                <a:solidFill>
                  <a:srgbClr val="051D40"/>
                </a:solidFill>
                <a:latin typeface="Montserrat Bold"/>
                <a:ea typeface="Montserrat Bold"/>
                <a:cs typeface="Montserrat Bold"/>
                <a:sym typeface="Montserrat Bold"/>
              </a:rPr>
              <a:t>THANK YOU!</a:t>
            </a:r>
          </a:p>
        </p:txBody>
      </p:sp>
      <p:grpSp>
        <p:nvGrpSpPr>
          <p:cNvPr name="Group 3" id="3"/>
          <p:cNvGrpSpPr/>
          <p:nvPr/>
        </p:nvGrpSpPr>
        <p:grpSpPr>
          <a:xfrm rot="0">
            <a:off x="12398912" y="0"/>
            <a:ext cx="5889088" cy="756959"/>
            <a:chOff x="0" y="0"/>
            <a:chExt cx="1551036" cy="199364"/>
          </a:xfrm>
        </p:grpSpPr>
        <p:sp>
          <p:nvSpPr>
            <p:cNvPr name="Freeform 4" id="4"/>
            <p:cNvSpPr/>
            <p:nvPr/>
          </p:nvSpPr>
          <p:spPr>
            <a:xfrm flipH="false" flipV="false" rot="0">
              <a:off x="0" y="0"/>
              <a:ext cx="1551036" cy="199364"/>
            </a:xfrm>
            <a:custGeom>
              <a:avLst/>
              <a:gdLst/>
              <a:ahLst/>
              <a:cxnLst/>
              <a:rect r="r" b="b" t="t" l="l"/>
              <a:pathLst>
                <a:path h="199364" w="1551036">
                  <a:moveTo>
                    <a:pt x="0" y="0"/>
                  </a:moveTo>
                  <a:lnTo>
                    <a:pt x="1551036" y="0"/>
                  </a:lnTo>
                  <a:lnTo>
                    <a:pt x="1551036" y="199364"/>
                  </a:lnTo>
                  <a:lnTo>
                    <a:pt x="0" y="199364"/>
                  </a:lnTo>
                  <a:close/>
                </a:path>
              </a:pathLst>
            </a:custGeom>
            <a:solidFill>
              <a:srgbClr val="5B98BA"/>
            </a:solidFill>
            <a:ln cap="sq">
              <a:noFill/>
              <a:prstDash val="solid"/>
              <a:miter/>
            </a:ln>
          </p:spPr>
        </p:sp>
        <p:sp>
          <p:nvSpPr>
            <p:cNvPr name="TextBox 5" id="5"/>
            <p:cNvSpPr txBox="true"/>
            <p:nvPr/>
          </p:nvSpPr>
          <p:spPr>
            <a:xfrm>
              <a:off x="0" y="-38100"/>
              <a:ext cx="1551036" cy="237464"/>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2398912" y="9530041"/>
            <a:ext cx="5889088" cy="756959"/>
            <a:chOff x="0" y="0"/>
            <a:chExt cx="1551036" cy="199364"/>
          </a:xfrm>
        </p:grpSpPr>
        <p:sp>
          <p:nvSpPr>
            <p:cNvPr name="Freeform 7" id="7"/>
            <p:cNvSpPr/>
            <p:nvPr/>
          </p:nvSpPr>
          <p:spPr>
            <a:xfrm flipH="false" flipV="false" rot="0">
              <a:off x="0" y="0"/>
              <a:ext cx="1551036" cy="199364"/>
            </a:xfrm>
            <a:custGeom>
              <a:avLst/>
              <a:gdLst/>
              <a:ahLst/>
              <a:cxnLst/>
              <a:rect r="r" b="b" t="t" l="l"/>
              <a:pathLst>
                <a:path h="199364" w="1551036">
                  <a:moveTo>
                    <a:pt x="0" y="0"/>
                  </a:moveTo>
                  <a:lnTo>
                    <a:pt x="1551036" y="0"/>
                  </a:lnTo>
                  <a:lnTo>
                    <a:pt x="1551036" y="199364"/>
                  </a:lnTo>
                  <a:lnTo>
                    <a:pt x="0" y="199364"/>
                  </a:lnTo>
                  <a:close/>
                </a:path>
              </a:pathLst>
            </a:custGeom>
            <a:solidFill>
              <a:srgbClr val="5B98BA"/>
            </a:solidFill>
            <a:ln cap="sq">
              <a:noFill/>
              <a:prstDash val="solid"/>
              <a:miter/>
            </a:ln>
          </p:spPr>
        </p:sp>
        <p:sp>
          <p:nvSpPr>
            <p:cNvPr name="TextBox 8" id="8"/>
            <p:cNvSpPr txBox="true"/>
            <p:nvPr/>
          </p:nvSpPr>
          <p:spPr>
            <a:xfrm>
              <a:off x="0" y="-38100"/>
              <a:ext cx="1551036" cy="237464"/>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4925441" y="3609788"/>
            <a:ext cx="9392643" cy="9529477"/>
          </a:xfrm>
          <a:custGeom>
            <a:avLst/>
            <a:gdLst/>
            <a:ahLst/>
            <a:cxnLst/>
            <a:rect r="r" b="b" t="t" l="l"/>
            <a:pathLst>
              <a:path h="9529477" w="9392643">
                <a:moveTo>
                  <a:pt x="0" y="0"/>
                </a:moveTo>
                <a:lnTo>
                  <a:pt x="9392643" y="0"/>
                </a:lnTo>
                <a:lnTo>
                  <a:pt x="9392643" y="9529476"/>
                </a:lnTo>
                <a:lnTo>
                  <a:pt x="0" y="9529476"/>
                </a:lnTo>
                <a:lnTo>
                  <a:pt x="0" y="0"/>
                </a:lnTo>
                <a:close/>
              </a:path>
            </a:pathLst>
          </a:custGeom>
          <a:blipFill>
            <a:blip r:embed="rId2">
              <a:alphaModFix amt="20999"/>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DAG35Oj4kWY</dc:identifier>
  <dcterms:modified xsi:type="dcterms:W3CDTF">2011-08-01T06:04:30Z</dcterms:modified>
  <cp:revision>1</cp:revision>
  <dc:title>Team 5 ME309 Final Presentation</dc:title>
</cp:coreProperties>
</file>